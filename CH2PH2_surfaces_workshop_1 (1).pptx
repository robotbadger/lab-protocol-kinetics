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402" r:id="rId2"/>
    <p:sldId id="394" r:id="rId3"/>
    <p:sldId id="443" r:id="rId4"/>
    <p:sldId id="447" r:id="rId5"/>
    <p:sldId id="450" r:id="rId6"/>
    <p:sldId id="449" r:id="rId7"/>
    <p:sldId id="451" r:id="rId8"/>
    <p:sldId id="452" r:id="rId9"/>
    <p:sldId id="453" r:id="rId10"/>
  </p:sldIdLst>
  <p:sldSz cx="9144000" cy="6858000" type="screen4x3"/>
  <p:notesSz cx="7099300" cy="10234613"/>
  <p:embeddedFontLst>
    <p:embeddedFont>
      <p:font typeface="Rdg Vesta" panose="020B0604020202020204" charset="0"/>
      <p:regular r:id="rId13"/>
      <p:bold r:id="rId14"/>
      <p:italic r:id="rId15"/>
      <p:boldItalic r:id="rId16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FDFD"/>
    <a:srgbClr val="FFFFCC"/>
    <a:srgbClr val="F3F3F3"/>
    <a:srgbClr val="D799A1"/>
    <a:srgbClr val="000000"/>
    <a:srgbClr val="BF0071"/>
    <a:srgbClr val="7EAF35"/>
    <a:srgbClr val="F0F0F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F27142-C7B1-4DE3-927B-7B4C2BC1B5AB}" v="11" dt="2025-03-24T14:13:46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3" autoAdjust="0"/>
    <p:restoredTop sz="86531" autoAdjust="0"/>
  </p:normalViewPr>
  <p:slideViewPr>
    <p:cSldViewPr>
      <p:cViewPr varScale="1">
        <p:scale>
          <a:sx n="110" d="100"/>
          <a:sy n="110" d="100"/>
        </p:scale>
        <p:origin x="19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S::je925493@reading.ac.uk::c714d19a-e50d-439a-876c-0e1be1458f92" providerId="AD" clId="Web-{2D102CAE-2A07-489A-A0C8-FBB649C6D77C}"/>
    <pc:docChg chg="modSld">
      <pc:chgData name="James Hallett" userId="S::je925493@reading.ac.uk::c714d19a-e50d-439a-876c-0e1be1458f92" providerId="AD" clId="Web-{2D102CAE-2A07-489A-A0C8-FBB649C6D77C}" dt="2023-11-08T15:05:18.807" v="10" actId="20577"/>
      <pc:docMkLst>
        <pc:docMk/>
      </pc:docMkLst>
      <pc:sldChg chg="modSp">
        <pc:chgData name="James Hallett" userId="S::je925493@reading.ac.uk::c714d19a-e50d-439a-876c-0e1be1458f92" providerId="AD" clId="Web-{2D102CAE-2A07-489A-A0C8-FBB649C6D77C}" dt="2023-11-08T15:04:37.525" v="0" actId="20577"/>
        <pc:sldMkLst>
          <pc:docMk/>
          <pc:sldMk cId="3433748064" sldId="443"/>
        </pc:sldMkLst>
        <pc:spChg chg="mod">
          <ac:chgData name="James Hallett" userId="S::je925493@reading.ac.uk::c714d19a-e50d-439a-876c-0e1be1458f92" providerId="AD" clId="Web-{2D102CAE-2A07-489A-A0C8-FBB649C6D77C}" dt="2023-11-08T15:04:37.525" v="0" actId="20577"/>
          <ac:spMkLst>
            <pc:docMk/>
            <pc:sldMk cId="3433748064" sldId="443"/>
            <ac:spMk id="3" creationId="{00000000-0000-0000-0000-000000000000}"/>
          </ac:spMkLst>
        </pc:spChg>
      </pc:sldChg>
      <pc:sldChg chg="modSp">
        <pc:chgData name="James Hallett" userId="S::je925493@reading.ac.uk::c714d19a-e50d-439a-876c-0e1be1458f92" providerId="AD" clId="Web-{2D102CAE-2A07-489A-A0C8-FBB649C6D77C}" dt="2023-11-08T15:04:45.603" v="5" actId="20577"/>
        <pc:sldMkLst>
          <pc:docMk/>
          <pc:sldMk cId="1014529460" sldId="447"/>
        </pc:sldMkLst>
        <pc:spChg chg="mod">
          <ac:chgData name="James Hallett" userId="S::je925493@reading.ac.uk::c714d19a-e50d-439a-876c-0e1be1458f92" providerId="AD" clId="Web-{2D102CAE-2A07-489A-A0C8-FBB649C6D77C}" dt="2023-11-08T15:04:45.603" v="5" actId="20577"/>
          <ac:spMkLst>
            <pc:docMk/>
            <pc:sldMk cId="1014529460" sldId="447"/>
            <ac:spMk id="3" creationId="{00000000-0000-0000-0000-000000000000}"/>
          </ac:spMkLst>
        </pc:spChg>
      </pc:sldChg>
      <pc:sldChg chg="modSp">
        <pc:chgData name="James Hallett" userId="S::je925493@reading.ac.uk::c714d19a-e50d-439a-876c-0e1be1458f92" providerId="AD" clId="Web-{2D102CAE-2A07-489A-A0C8-FBB649C6D77C}" dt="2023-11-08T15:05:18.807" v="10" actId="20577"/>
        <pc:sldMkLst>
          <pc:docMk/>
          <pc:sldMk cId="354121458" sldId="449"/>
        </pc:sldMkLst>
        <pc:spChg chg="mod">
          <ac:chgData name="James Hallett" userId="S::je925493@reading.ac.uk::c714d19a-e50d-439a-876c-0e1be1458f92" providerId="AD" clId="Web-{2D102CAE-2A07-489A-A0C8-FBB649C6D77C}" dt="2023-11-08T15:05:18.807" v="10" actId="20577"/>
          <ac:spMkLst>
            <pc:docMk/>
            <pc:sldMk cId="354121458" sldId="449"/>
            <ac:spMk id="3" creationId="{00000000-0000-0000-0000-000000000000}"/>
          </ac:spMkLst>
        </pc:spChg>
      </pc:sldChg>
      <pc:sldChg chg="modSp">
        <pc:chgData name="James Hallett" userId="S::je925493@reading.ac.uk::c714d19a-e50d-439a-876c-0e1be1458f92" providerId="AD" clId="Web-{2D102CAE-2A07-489A-A0C8-FBB649C6D77C}" dt="2023-11-08T15:05:07.275" v="7" actId="20577"/>
        <pc:sldMkLst>
          <pc:docMk/>
          <pc:sldMk cId="822058603" sldId="450"/>
        </pc:sldMkLst>
        <pc:spChg chg="mod">
          <ac:chgData name="James Hallett" userId="S::je925493@reading.ac.uk::c714d19a-e50d-439a-876c-0e1be1458f92" providerId="AD" clId="Web-{2D102CAE-2A07-489A-A0C8-FBB649C6D77C}" dt="2023-11-08T15:05:07.275" v="7" actId="20577"/>
          <ac:spMkLst>
            <pc:docMk/>
            <pc:sldMk cId="822058603" sldId="450"/>
            <ac:spMk id="3" creationId="{6B2C117D-7603-068C-A020-41D5ECD210EF}"/>
          </ac:spMkLst>
        </pc:spChg>
      </pc:sldChg>
    </pc:docChg>
  </pc:docChgLst>
  <pc:docChgLst>
    <pc:chgData name="James Hallett" userId="c714d19a-e50d-439a-876c-0e1be1458f92" providerId="ADAL" clId="{94A27F52-AEF3-C844-AD4C-348020D33D80}"/>
    <pc:docChg chg="modSld">
      <pc:chgData name="James Hallett" userId="c714d19a-e50d-439a-876c-0e1be1458f92" providerId="ADAL" clId="{94A27F52-AEF3-C844-AD4C-348020D33D80}" dt="2022-09-29T15:24:49.183" v="86" actId="729"/>
      <pc:docMkLst>
        <pc:docMk/>
      </pc:docMkLst>
      <pc:sldChg chg="modSp mod">
        <pc:chgData name="James Hallett" userId="c714d19a-e50d-439a-876c-0e1be1458f92" providerId="ADAL" clId="{94A27F52-AEF3-C844-AD4C-348020D33D80}" dt="2022-09-29T14:51:03.644" v="26" actId="20577"/>
        <pc:sldMkLst>
          <pc:docMk/>
          <pc:sldMk cId="683465124" sldId="439"/>
        </pc:sldMkLst>
        <pc:spChg chg="mod">
          <ac:chgData name="James Hallett" userId="c714d19a-e50d-439a-876c-0e1be1458f92" providerId="ADAL" clId="{94A27F52-AEF3-C844-AD4C-348020D33D80}" dt="2022-09-29T14:51:03.644" v="26" actId="20577"/>
          <ac:spMkLst>
            <pc:docMk/>
            <pc:sldMk cId="683465124" sldId="439"/>
            <ac:spMk id="3" creationId="{00000000-0000-0000-0000-000000000000}"/>
          </ac:spMkLst>
        </pc:spChg>
      </pc:sldChg>
      <pc:sldChg chg="modSp mod">
        <pc:chgData name="James Hallett" userId="c714d19a-e50d-439a-876c-0e1be1458f92" providerId="ADAL" clId="{94A27F52-AEF3-C844-AD4C-348020D33D80}" dt="2022-09-29T15:00:16.639" v="78" actId="5793"/>
        <pc:sldMkLst>
          <pc:docMk/>
          <pc:sldMk cId="4253842838" sldId="441"/>
        </pc:sldMkLst>
        <pc:spChg chg="mod">
          <ac:chgData name="James Hallett" userId="c714d19a-e50d-439a-876c-0e1be1458f92" providerId="ADAL" clId="{94A27F52-AEF3-C844-AD4C-348020D33D80}" dt="2022-09-29T15:00:16.639" v="78" actId="5793"/>
          <ac:spMkLst>
            <pc:docMk/>
            <pc:sldMk cId="4253842838" sldId="441"/>
            <ac:spMk id="3" creationId="{00000000-0000-0000-0000-000000000000}"/>
          </ac:spMkLst>
        </pc:spChg>
      </pc:sldChg>
      <pc:sldChg chg="mod modShow">
        <pc:chgData name="James Hallett" userId="c714d19a-e50d-439a-876c-0e1be1458f92" providerId="ADAL" clId="{94A27F52-AEF3-C844-AD4C-348020D33D80}" dt="2022-09-29T15:24:49.183" v="86" actId="729"/>
        <pc:sldMkLst>
          <pc:docMk/>
          <pc:sldMk cId="2450899432" sldId="442"/>
        </pc:sldMkLst>
      </pc:sldChg>
      <pc:sldChg chg="modSp mod">
        <pc:chgData name="James Hallett" userId="c714d19a-e50d-439a-876c-0e1be1458f92" providerId="ADAL" clId="{94A27F52-AEF3-C844-AD4C-348020D33D80}" dt="2022-09-29T15:24:21.869" v="85" actId="20577"/>
        <pc:sldMkLst>
          <pc:docMk/>
          <pc:sldMk cId="1076771311" sldId="445"/>
        </pc:sldMkLst>
        <pc:spChg chg="mod">
          <ac:chgData name="James Hallett" userId="c714d19a-e50d-439a-876c-0e1be1458f92" providerId="ADAL" clId="{94A27F52-AEF3-C844-AD4C-348020D33D80}" dt="2022-09-29T15:24:21.869" v="85" actId="20577"/>
          <ac:spMkLst>
            <pc:docMk/>
            <pc:sldMk cId="1076771311" sldId="445"/>
            <ac:spMk id="8" creationId="{1F3FE91F-B2C0-4583-B2C1-8E67949D530B}"/>
          </ac:spMkLst>
        </pc:spChg>
      </pc:sldChg>
    </pc:docChg>
  </pc:docChgLst>
  <pc:docChgLst>
    <pc:chgData name="James Hallett" userId="c714d19a-e50d-439a-876c-0e1be1458f92" providerId="ADAL" clId="{18ACC004-540D-46D2-BD18-F5C5541693F0}"/>
    <pc:docChg chg="custSel addSld modSld sldOrd">
      <pc:chgData name="James Hallett" userId="c714d19a-e50d-439a-876c-0e1be1458f92" providerId="ADAL" clId="{18ACC004-540D-46D2-BD18-F5C5541693F0}" dt="2022-10-04T10:49:10.357" v="703" actId="729"/>
      <pc:docMkLst>
        <pc:docMk/>
      </pc:docMkLst>
      <pc:sldChg chg="modSp mod ord modShow">
        <pc:chgData name="James Hallett" userId="c714d19a-e50d-439a-876c-0e1be1458f92" providerId="ADAL" clId="{18ACC004-540D-46D2-BD18-F5C5541693F0}" dt="2022-10-04T10:49:10.357" v="703" actId="729"/>
        <pc:sldMkLst>
          <pc:docMk/>
          <pc:sldMk cId="2450899432" sldId="442"/>
        </pc:sldMkLst>
        <pc:spChg chg="mod">
          <ac:chgData name="James Hallett" userId="c714d19a-e50d-439a-876c-0e1be1458f92" providerId="ADAL" clId="{18ACC004-540D-46D2-BD18-F5C5541693F0}" dt="2022-09-28T12:52:39.006" v="172" actId="20577"/>
          <ac:spMkLst>
            <pc:docMk/>
            <pc:sldMk cId="2450899432" sldId="442"/>
            <ac:spMk id="2" creationId="{00000000-0000-0000-0000-000000000000}"/>
          </ac:spMkLst>
        </pc:spChg>
      </pc:sldChg>
      <pc:sldChg chg="modSp mod">
        <pc:chgData name="James Hallett" userId="c714d19a-e50d-439a-876c-0e1be1458f92" providerId="ADAL" clId="{18ACC004-540D-46D2-BD18-F5C5541693F0}" dt="2022-10-04T10:48:48.204" v="702" actId="20577"/>
        <pc:sldMkLst>
          <pc:docMk/>
          <pc:sldMk cId="3433748064" sldId="443"/>
        </pc:sldMkLst>
        <pc:spChg chg="mod">
          <ac:chgData name="James Hallett" userId="c714d19a-e50d-439a-876c-0e1be1458f92" providerId="ADAL" clId="{18ACC004-540D-46D2-BD18-F5C5541693F0}" dt="2022-10-04T10:48:48.204" v="702" actId="20577"/>
          <ac:spMkLst>
            <pc:docMk/>
            <pc:sldMk cId="3433748064" sldId="443"/>
            <ac:spMk id="3" creationId="{00000000-0000-0000-0000-000000000000}"/>
          </ac:spMkLst>
        </pc:spChg>
      </pc:sldChg>
      <pc:sldChg chg="addSp delSp modSp new mod modAnim modShow modNotesTx">
        <pc:chgData name="James Hallett" userId="c714d19a-e50d-439a-876c-0e1be1458f92" providerId="ADAL" clId="{18ACC004-540D-46D2-BD18-F5C5541693F0}" dt="2022-10-04T10:49:10.357" v="703" actId="729"/>
        <pc:sldMkLst>
          <pc:docMk/>
          <pc:sldMk cId="2951940939" sldId="444"/>
        </pc:sldMkLst>
        <pc:spChg chg="mod">
          <ac:chgData name="James Hallett" userId="c714d19a-e50d-439a-876c-0e1be1458f92" providerId="ADAL" clId="{18ACC004-540D-46D2-BD18-F5C5541693F0}" dt="2022-09-28T12:52:36.985" v="171" actId="20577"/>
          <ac:spMkLst>
            <pc:docMk/>
            <pc:sldMk cId="2951940939" sldId="444"/>
            <ac:spMk id="2" creationId="{1E41EC2E-4E78-4752-A060-09AF60563B79}"/>
          </ac:spMkLst>
        </pc:spChg>
        <pc:spChg chg="del">
          <ac:chgData name="James Hallett" userId="c714d19a-e50d-439a-876c-0e1be1458f92" providerId="ADAL" clId="{18ACC004-540D-46D2-BD18-F5C5541693F0}" dt="2022-09-28T11:21:03.612" v="43" actId="478"/>
          <ac:spMkLst>
            <pc:docMk/>
            <pc:sldMk cId="2951940939" sldId="444"/>
            <ac:spMk id="3" creationId="{69EF350E-BD00-4C80-BA62-67B17F6B7ADC}"/>
          </ac:spMkLst>
        </pc:spChg>
        <pc:spChg chg="add">
          <ac:chgData name="James Hallett" userId="c714d19a-e50d-439a-876c-0e1be1458f92" providerId="ADAL" clId="{18ACC004-540D-46D2-BD18-F5C5541693F0}" dt="2022-09-28T11:21:04.485" v="44"/>
          <ac:spMkLst>
            <pc:docMk/>
            <pc:sldMk cId="2951940939" sldId="444"/>
            <ac:spMk id="5" creationId="{04CEDF94-5241-477D-AF2A-51BD0DE24111}"/>
          </ac:spMkLst>
        </pc:spChg>
        <pc:spChg chg="add del mod">
          <ac:chgData name="James Hallett" userId="c714d19a-e50d-439a-876c-0e1be1458f92" providerId="ADAL" clId="{18ACC004-540D-46D2-BD18-F5C5541693F0}" dt="2022-09-28T11:22:02.702" v="61"/>
          <ac:spMkLst>
            <pc:docMk/>
            <pc:sldMk cId="2951940939" sldId="444"/>
            <ac:spMk id="7" creationId="{1D9F3003-304A-40F2-85EE-F4AFEBBAC35E}"/>
          </ac:spMkLst>
        </pc:spChg>
        <pc:spChg chg="add mod">
          <ac:chgData name="James Hallett" userId="c714d19a-e50d-439a-876c-0e1be1458f92" providerId="ADAL" clId="{18ACC004-540D-46D2-BD18-F5C5541693F0}" dt="2022-09-28T13:02:09.160" v="622" actId="20577"/>
          <ac:spMkLst>
            <pc:docMk/>
            <pc:sldMk cId="2951940939" sldId="444"/>
            <ac:spMk id="8" creationId="{1F3FE91F-B2C0-4583-B2C1-8E67949D530B}"/>
          </ac:spMkLst>
        </pc:spChg>
        <pc:spChg chg="add mod">
          <ac:chgData name="James Hallett" userId="c714d19a-e50d-439a-876c-0e1be1458f92" providerId="ADAL" clId="{18ACC004-540D-46D2-BD18-F5C5541693F0}" dt="2022-09-28T12:42:46.384" v="167" actId="207"/>
          <ac:spMkLst>
            <pc:docMk/>
            <pc:sldMk cId="2951940939" sldId="444"/>
            <ac:spMk id="9" creationId="{18238942-EAEC-4CC8-B63F-B5BA4FDA1E3E}"/>
          </ac:spMkLst>
        </pc:spChg>
        <pc:picChg chg="add mod modCrop">
          <ac:chgData name="James Hallett" userId="c714d19a-e50d-439a-876c-0e1be1458f92" providerId="ADAL" clId="{18ACC004-540D-46D2-BD18-F5C5541693F0}" dt="2022-09-28T11:22:54.747" v="111" actId="1076"/>
          <ac:picMkLst>
            <pc:docMk/>
            <pc:sldMk cId="2951940939" sldId="444"/>
            <ac:picMk id="6" creationId="{34995C2D-12FD-45B3-8071-2F75DFD6AB24}"/>
          </ac:picMkLst>
        </pc:picChg>
      </pc:sldChg>
      <pc:sldChg chg="delSp modSp add mod modShow">
        <pc:chgData name="James Hallett" userId="c714d19a-e50d-439a-876c-0e1be1458f92" providerId="ADAL" clId="{18ACC004-540D-46D2-BD18-F5C5541693F0}" dt="2022-10-04T10:49:10.357" v="703" actId="729"/>
        <pc:sldMkLst>
          <pc:docMk/>
          <pc:sldMk cId="1076771311" sldId="445"/>
        </pc:sldMkLst>
        <pc:spChg chg="mod">
          <ac:chgData name="James Hallett" userId="c714d19a-e50d-439a-876c-0e1be1458f92" providerId="ADAL" clId="{18ACC004-540D-46D2-BD18-F5C5541693F0}" dt="2022-09-28T12:59:12.934" v="453" actId="20577"/>
          <ac:spMkLst>
            <pc:docMk/>
            <pc:sldMk cId="1076771311" sldId="445"/>
            <ac:spMk id="2" creationId="{1E41EC2E-4E78-4752-A060-09AF60563B79}"/>
          </ac:spMkLst>
        </pc:spChg>
        <pc:spChg chg="mod">
          <ac:chgData name="James Hallett" userId="c714d19a-e50d-439a-876c-0e1be1458f92" providerId="ADAL" clId="{18ACC004-540D-46D2-BD18-F5C5541693F0}" dt="2022-09-28T13:02:27.784" v="653" actId="20577"/>
          <ac:spMkLst>
            <pc:docMk/>
            <pc:sldMk cId="1076771311" sldId="445"/>
            <ac:spMk id="8" creationId="{1F3FE91F-B2C0-4583-B2C1-8E67949D530B}"/>
          </ac:spMkLst>
        </pc:spChg>
        <pc:spChg chg="del">
          <ac:chgData name="James Hallett" userId="c714d19a-e50d-439a-876c-0e1be1458f92" providerId="ADAL" clId="{18ACC004-540D-46D2-BD18-F5C5541693F0}" dt="2022-09-28T12:53:00.230" v="174" actId="478"/>
          <ac:spMkLst>
            <pc:docMk/>
            <pc:sldMk cId="1076771311" sldId="445"/>
            <ac:spMk id="9" creationId="{18238942-EAEC-4CC8-B63F-B5BA4FDA1E3E}"/>
          </ac:spMkLst>
        </pc:spChg>
      </pc:sldChg>
    </pc:docChg>
  </pc:docChgLst>
  <pc:docChgLst>
    <pc:chgData name="James Hallett" userId="S::je925493@reading.ac.uk::c714d19a-e50d-439a-876c-0e1be1458f92" providerId="AD" clId="Web-{C622D985-FCA2-4E73-A986-4BE842633F27}"/>
    <pc:docChg chg="modSld">
      <pc:chgData name="James Hallett" userId="S::je925493@reading.ac.uk::c714d19a-e50d-439a-876c-0e1be1458f92" providerId="AD" clId="Web-{C622D985-FCA2-4E73-A986-4BE842633F27}" dt="2022-09-05T12:21:26.544" v="4" actId="20577"/>
      <pc:docMkLst>
        <pc:docMk/>
      </pc:docMkLst>
      <pc:sldChg chg="modSp">
        <pc:chgData name="James Hallett" userId="S::je925493@reading.ac.uk::c714d19a-e50d-439a-876c-0e1be1458f92" providerId="AD" clId="Web-{C622D985-FCA2-4E73-A986-4BE842633F27}" dt="2022-09-05T12:21:26.544" v="4" actId="20577"/>
        <pc:sldMkLst>
          <pc:docMk/>
          <pc:sldMk cId="3433748064" sldId="443"/>
        </pc:sldMkLst>
        <pc:spChg chg="mod">
          <ac:chgData name="James Hallett" userId="S::je925493@reading.ac.uk::c714d19a-e50d-439a-876c-0e1be1458f92" providerId="AD" clId="Web-{C622D985-FCA2-4E73-A986-4BE842633F27}" dt="2022-09-05T12:21:26.544" v="4" actId="20577"/>
          <ac:spMkLst>
            <pc:docMk/>
            <pc:sldMk cId="3433748064" sldId="443"/>
            <ac:spMk id="3" creationId="{00000000-0000-0000-0000-000000000000}"/>
          </ac:spMkLst>
        </pc:spChg>
      </pc:sldChg>
    </pc:docChg>
  </pc:docChgLst>
  <pc:docChgLst>
    <pc:chgData name="James Hallett" userId="c714d19a-e50d-439a-876c-0e1be1458f92" providerId="ADAL" clId="{549B01F4-8B91-8D40-8167-E6AE213BEF72}"/>
    <pc:docChg chg="undo custSel addSld delSld modSld">
      <pc:chgData name="James Hallett" userId="c714d19a-e50d-439a-876c-0e1be1458f92" providerId="ADAL" clId="{549B01F4-8B91-8D40-8167-E6AE213BEF72}" dt="2023-11-09T09:37:06.413" v="897" actId="2696"/>
      <pc:docMkLst>
        <pc:docMk/>
      </pc:docMkLst>
      <pc:sldChg chg="modSp mod">
        <pc:chgData name="James Hallett" userId="c714d19a-e50d-439a-876c-0e1be1458f92" providerId="ADAL" clId="{549B01F4-8B91-8D40-8167-E6AE213BEF72}" dt="2023-11-06T14:19:55.367" v="80" actId="6549"/>
        <pc:sldMkLst>
          <pc:docMk/>
          <pc:sldMk cId="1137376584" sldId="402"/>
        </pc:sldMkLst>
        <pc:spChg chg="mod">
          <ac:chgData name="James Hallett" userId="c714d19a-e50d-439a-876c-0e1be1458f92" providerId="ADAL" clId="{549B01F4-8B91-8D40-8167-E6AE213BEF72}" dt="2023-11-06T14:09:21.093" v="30" actId="20577"/>
          <ac:spMkLst>
            <pc:docMk/>
            <pc:sldMk cId="1137376584" sldId="402"/>
            <ac:spMk id="534530" creationId="{00000000-0000-0000-0000-000000000000}"/>
          </ac:spMkLst>
        </pc:spChg>
        <pc:spChg chg="mod">
          <ac:chgData name="James Hallett" userId="c714d19a-e50d-439a-876c-0e1be1458f92" providerId="ADAL" clId="{549B01F4-8B91-8D40-8167-E6AE213BEF72}" dt="2023-11-06T14:19:55.367" v="80" actId="6549"/>
          <ac:spMkLst>
            <pc:docMk/>
            <pc:sldMk cId="1137376584" sldId="402"/>
            <ac:spMk id="534531" creationId="{00000000-0000-0000-0000-000000000000}"/>
          </ac:spMkLst>
        </pc:spChg>
      </pc:sldChg>
      <pc:sldChg chg="modSp mod">
        <pc:chgData name="James Hallett" userId="c714d19a-e50d-439a-876c-0e1be1458f92" providerId="ADAL" clId="{549B01F4-8B91-8D40-8167-E6AE213BEF72}" dt="2023-11-06T14:12:16.507" v="39" actId="20577"/>
        <pc:sldMkLst>
          <pc:docMk/>
          <pc:sldMk cId="3433748064" sldId="443"/>
        </pc:sldMkLst>
        <pc:spChg chg="mod">
          <ac:chgData name="James Hallett" userId="c714d19a-e50d-439a-876c-0e1be1458f92" providerId="ADAL" clId="{549B01F4-8B91-8D40-8167-E6AE213BEF72}" dt="2023-11-06T14:11:03.166" v="35" actId="6549"/>
          <ac:spMkLst>
            <pc:docMk/>
            <pc:sldMk cId="3433748064" sldId="443"/>
            <ac:spMk id="2" creationId="{00000000-0000-0000-0000-000000000000}"/>
          </ac:spMkLst>
        </pc:spChg>
        <pc:spChg chg="mod">
          <ac:chgData name="James Hallett" userId="c714d19a-e50d-439a-876c-0e1be1458f92" providerId="ADAL" clId="{549B01F4-8B91-8D40-8167-E6AE213BEF72}" dt="2023-11-06T14:12:16.507" v="39" actId="20577"/>
          <ac:spMkLst>
            <pc:docMk/>
            <pc:sldMk cId="3433748064" sldId="443"/>
            <ac:spMk id="3" creationId="{00000000-0000-0000-0000-000000000000}"/>
          </ac:spMkLst>
        </pc:spChg>
      </pc:sldChg>
      <pc:sldChg chg="del">
        <pc:chgData name="James Hallett" userId="c714d19a-e50d-439a-876c-0e1be1458f92" providerId="ADAL" clId="{549B01F4-8B91-8D40-8167-E6AE213BEF72}" dt="2023-11-06T14:17:46.623" v="54" actId="2696"/>
        <pc:sldMkLst>
          <pc:docMk/>
          <pc:sldMk cId="825332918" sldId="446"/>
        </pc:sldMkLst>
      </pc:sldChg>
      <pc:sldChg chg="modSp mod">
        <pc:chgData name="James Hallett" userId="c714d19a-e50d-439a-876c-0e1be1458f92" providerId="ADAL" clId="{549B01F4-8B91-8D40-8167-E6AE213BEF72}" dt="2023-11-06T14:17:40.806" v="53" actId="6549"/>
        <pc:sldMkLst>
          <pc:docMk/>
          <pc:sldMk cId="1014529460" sldId="447"/>
        </pc:sldMkLst>
        <pc:spChg chg="mod">
          <ac:chgData name="James Hallett" userId="c714d19a-e50d-439a-876c-0e1be1458f92" providerId="ADAL" clId="{549B01F4-8B91-8D40-8167-E6AE213BEF72}" dt="2023-11-06T14:17:40.806" v="53" actId="6549"/>
          <ac:spMkLst>
            <pc:docMk/>
            <pc:sldMk cId="1014529460" sldId="447"/>
            <ac:spMk id="2" creationId="{00000000-0000-0000-0000-000000000000}"/>
          </ac:spMkLst>
        </pc:spChg>
        <pc:spChg chg="mod">
          <ac:chgData name="James Hallett" userId="c714d19a-e50d-439a-876c-0e1be1458f92" providerId="ADAL" clId="{549B01F4-8B91-8D40-8167-E6AE213BEF72}" dt="2023-11-06T14:17:34.448" v="52" actId="57"/>
          <ac:spMkLst>
            <pc:docMk/>
            <pc:sldMk cId="1014529460" sldId="447"/>
            <ac:spMk id="3" creationId="{00000000-0000-0000-0000-000000000000}"/>
          </ac:spMkLst>
        </pc:spChg>
      </pc:sldChg>
      <pc:sldChg chg="del">
        <pc:chgData name="James Hallett" userId="c714d19a-e50d-439a-876c-0e1be1458f92" providerId="ADAL" clId="{549B01F4-8B91-8D40-8167-E6AE213BEF72}" dt="2023-11-06T14:17:49.453" v="55" actId="2696"/>
        <pc:sldMkLst>
          <pc:docMk/>
          <pc:sldMk cId="293328837" sldId="448"/>
        </pc:sldMkLst>
      </pc:sldChg>
      <pc:sldChg chg="modSp mod">
        <pc:chgData name="James Hallett" userId="c714d19a-e50d-439a-876c-0e1be1458f92" providerId="ADAL" clId="{549B01F4-8B91-8D40-8167-E6AE213BEF72}" dt="2023-11-06T14:19:39.840" v="78" actId="20577"/>
        <pc:sldMkLst>
          <pc:docMk/>
          <pc:sldMk cId="354121458" sldId="449"/>
        </pc:sldMkLst>
        <pc:spChg chg="mod">
          <ac:chgData name="James Hallett" userId="c714d19a-e50d-439a-876c-0e1be1458f92" providerId="ADAL" clId="{549B01F4-8B91-8D40-8167-E6AE213BEF72}" dt="2023-11-06T14:19:22.578" v="74" actId="20577"/>
          <ac:spMkLst>
            <pc:docMk/>
            <pc:sldMk cId="354121458" sldId="449"/>
            <ac:spMk id="2" creationId="{00000000-0000-0000-0000-000000000000}"/>
          </ac:spMkLst>
        </pc:spChg>
        <pc:spChg chg="mod">
          <ac:chgData name="James Hallett" userId="c714d19a-e50d-439a-876c-0e1be1458f92" providerId="ADAL" clId="{549B01F4-8B91-8D40-8167-E6AE213BEF72}" dt="2023-11-06T14:19:39.840" v="78" actId="20577"/>
          <ac:spMkLst>
            <pc:docMk/>
            <pc:sldMk cId="354121458" sldId="449"/>
            <ac:spMk id="3" creationId="{00000000-0000-0000-0000-000000000000}"/>
          </ac:spMkLst>
        </pc:spChg>
      </pc:sldChg>
      <pc:sldChg chg="modSp new mod">
        <pc:chgData name="James Hallett" userId="c714d19a-e50d-439a-876c-0e1be1458f92" providerId="ADAL" clId="{549B01F4-8B91-8D40-8167-E6AE213BEF72}" dt="2023-11-06T14:26:47.413" v="96" actId="20577"/>
        <pc:sldMkLst>
          <pc:docMk/>
          <pc:sldMk cId="822058603" sldId="450"/>
        </pc:sldMkLst>
        <pc:spChg chg="mod">
          <ac:chgData name="James Hallett" userId="c714d19a-e50d-439a-876c-0e1be1458f92" providerId="ADAL" clId="{549B01F4-8B91-8D40-8167-E6AE213BEF72}" dt="2023-11-06T14:26:27.377" v="91" actId="20577"/>
          <ac:spMkLst>
            <pc:docMk/>
            <pc:sldMk cId="822058603" sldId="450"/>
            <ac:spMk id="2" creationId="{33C03E70-8A22-B55E-EDBD-EE7022E1CF20}"/>
          </ac:spMkLst>
        </pc:spChg>
        <pc:spChg chg="mod">
          <ac:chgData name="James Hallett" userId="c714d19a-e50d-439a-876c-0e1be1458f92" providerId="ADAL" clId="{549B01F4-8B91-8D40-8167-E6AE213BEF72}" dt="2023-11-06T14:26:47.413" v="96" actId="20577"/>
          <ac:spMkLst>
            <pc:docMk/>
            <pc:sldMk cId="822058603" sldId="450"/>
            <ac:spMk id="3" creationId="{6B2C117D-7603-068C-A020-41D5ECD210EF}"/>
          </ac:spMkLst>
        </pc:spChg>
      </pc:sldChg>
      <pc:sldChg chg="modSp add del mod">
        <pc:chgData name="James Hallett" userId="c714d19a-e50d-439a-876c-0e1be1458f92" providerId="ADAL" clId="{549B01F4-8B91-8D40-8167-E6AE213BEF72}" dt="2023-11-06T14:19:09.296" v="68" actId="2890"/>
        <pc:sldMkLst>
          <pc:docMk/>
          <pc:sldMk cId="2808435184" sldId="450"/>
        </pc:sldMkLst>
        <pc:spChg chg="mod">
          <ac:chgData name="James Hallett" userId="c714d19a-e50d-439a-876c-0e1be1458f92" providerId="ADAL" clId="{549B01F4-8B91-8D40-8167-E6AE213BEF72}" dt="2023-11-06T14:19:08.656" v="67"/>
          <ac:spMkLst>
            <pc:docMk/>
            <pc:sldMk cId="2808435184" sldId="450"/>
            <ac:spMk id="3" creationId="{00000000-0000-0000-0000-000000000000}"/>
          </ac:spMkLst>
        </pc:spChg>
      </pc:sldChg>
      <pc:sldChg chg="modSp new mod">
        <pc:chgData name="James Hallett" userId="c714d19a-e50d-439a-876c-0e1be1458f92" providerId="ADAL" clId="{549B01F4-8B91-8D40-8167-E6AE213BEF72}" dt="2023-11-08T15:42:46.010" v="182" actId="20577"/>
        <pc:sldMkLst>
          <pc:docMk/>
          <pc:sldMk cId="1923415282" sldId="451"/>
        </pc:sldMkLst>
        <pc:spChg chg="mod">
          <ac:chgData name="James Hallett" userId="c714d19a-e50d-439a-876c-0e1be1458f92" providerId="ADAL" clId="{549B01F4-8B91-8D40-8167-E6AE213BEF72}" dt="2023-11-08T15:40:37.264" v="107" actId="20577"/>
          <ac:spMkLst>
            <pc:docMk/>
            <pc:sldMk cId="1923415282" sldId="451"/>
            <ac:spMk id="2" creationId="{2B612C13-FE6A-7F4B-EA20-D04721AC4536}"/>
          </ac:spMkLst>
        </pc:spChg>
        <pc:spChg chg="mod">
          <ac:chgData name="James Hallett" userId="c714d19a-e50d-439a-876c-0e1be1458f92" providerId="ADAL" clId="{549B01F4-8B91-8D40-8167-E6AE213BEF72}" dt="2023-11-08T15:42:46.010" v="182" actId="20577"/>
          <ac:spMkLst>
            <pc:docMk/>
            <pc:sldMk cId="1923415282" sldId="451"/>
            <ac:spMk id="3" creationId="{543C2292-E5E2-C40D-ABC5-8837C9F6E31C}"/>
          </ac:spMkLst>
        </pc:spChg>
      </pc:sldChg>
      <pc:sldChg chg="modSp new mod">
        <pc:chgData name="James Hallett" userId="c714d19a-e50d-439a-876c-0e1be1458f92" providerId="ADAL" clId="{549B01F4-8B91-8D40-8167-E6AE213BEF72}" dt="2023-11-08T15:45:38.732" v="514" actId="20577"/>
        <pc:sldMkLst>
          <pc:docMk/>
          <pc:sldMk cId="2597434740" sldId="452"/>
        </pc:sldMkLst>
        <pc:spChg chg="mod">
          <ac:chgData name="James Hallett" userId="c714d19a-e50d-439a-876c-0e1be1458f92" providerId="ADAL" clId="{549B01F4-8B91-8D40-8167-E6AE213BEF72}" dt="2023-11-08T15:43:50.036" v="193" actId="20577"/>
          <ac:spMkLst>
            <pc:docMk/>
            <pc:sldMk cId="2597434740" sldId="452"/>
            <ac:spMk id="2" creationId="{5F89F182-14A6-2040-3511-067EBF17B6F6}"/>
          </ac:spMkLst>
        </pc:spChg>
        <pc:spChg chg="mod">
          <ac:chgData name="James Hallett" userId="c714d19a-e50d-439a-876c-0e1be1458f92" providerId="ADAL" clId="{549B01F4-8B91-8D40-8167-E6AE213BEF72}" dt="2023-11-08T15:45:38.732" v="514" actId="20577"/>
          <ac:spMkLst>
            <pc:docMk/>
            <pc:sldMk cId="2597434740" sldId="452"/>
            <ac:spMk id="3" creationId="{DA46F400-F13C-83D1-DDFC-F84F10E3D762}"/>
          </ac:spMkLst>
        </pc:spChg>
      </pc:sldChg>
      <pc:sldChg chg="modSp new mod">
        <pc:chgData name="James Hallett" userId="c714d19a-e50d-439a-876c-0e1be1458f92" providerId="ADAL" clId="{549B01F4-8B91-8D40-8167-E6AE213BEF72}" dt="2023-11-08T16:01:51.675" v="885" actId="20577"/>
        <pc:sldMkLst>
          <pc:docMk/>
          <pc:sldMk cId="3287054737" sldId="453"/>
        </pc:sldMkLst>
        <pc:spChg chg="mod">
          <ac:chgData name="James Hallett" userId="c714d19a-e50d-439a-876c-0e1be1458f92" providerId="ADAL" clId="{549B01F4-8B91-8D40-8167-E6AE213BEF72}" dt="2023-11-08T15:54:49.278" v="525" actId="20577"/>
          <ac:spMkLst>
            <pc:docMk/>
            <pc:sldMk cId="3287054737" sldId="453"/>
            <ac:spMk id="2" creationId="{26671571-76C7-7ACE-206E-895C22C8DE47}"/>
          </ac:spMkLst>
        </pc:spChg>
        <pc:spChg chg="mod">
          <ac:chgData name="James Hallett" userId="c714d19a-e50d-439a-876c-0e1be1458f92" providerId="ADAL" clId="{549B01F4-8B91-8D40-8167-E6AE213BEF72}" dt="2023-11-08T16:01:51.675" v="885" actId="20577"/>
          <ac:spMkLst>
            <pc:docMk/>
            <pc:sldMk cId="3287054737" sldId="453"/>
            <ac:spMk id="3" creationId="{78262BE9-55A4-99DC-AD6E-CFE3A2135770}"/>
          </ac:spMkLst>
        </pc:spChg>
      </pc:sldChg>
      <pc:sldChg chg="modSp new del mod">
        <pc:chgData name="James Hallett" userId="c714d19a-e50d-439a-876c-0e1be1458f92" providerId="ADAL" clId="{549B01F4-8B91-8D40-8167-E6AE213BEF72}" dt="2023-11-09T09:37:06.413" v="897" actId="2696"/>
        <pc:sldMkLst>
          <pc:docMk/>
          <pc:sldMk cId="1284914392" sldId="454"/>
        </pc:sldMkLst>
        <pc:spChg chg="mod">
          <ac:chgData name="James Hallett" userId="c714d19a-e50d-439a-876c-0e1be1458f92" providerId="ADAL" clId="{549B01F4-8B91-8D40-8167-E6AE213BEF72}" dt="2023-11-08T17:01:09.773" v="896" actId="20577"/>
          <ac:spMkLst>
            <pc:docMk/>
            <pc:sldMk cId="1284914392" sldId="454"/>
            <ac:spMk id="2" creationId="{EF8D6E5A-8336-5DF0-B1F7-B5946DE77FFC}"/>
          </ac:spMkLst>
        </pc:spChg>
      </pc:sldChg>
    </pc:docChg>
  </pc:docChgLst>
  <pc:docChgLst>
    <pc:chgData name="James Hallett" userId="S::je925493@reading.ac.uk::c714d19a-e50d-439a-876c-0e1be1458f92" providerId="AD" clId="Web-{8BF27142-C7B1-4DE3-927B-7B4C2BC1B5AB}"/>
    <pc:docChg chg="modSld">
      <pc:chgData name="James Hallett" userId="S::je925493@reading.ac.uk::c714d19a-e50d-439a-876c-0e1be1458f92" providerId="AD" clId="Web-{8BF27142-C7B1-4DE3-927B-7B4C2BC1B5AB}" dt="2025-03-24T14:13:45.096" v="8" actId="20577"/>
      <pc:docMkLst>
        <pc:docMk/>
      </pc:docMkLst>
      <pc:sldChg chg="modSp">
        <pc:chgData name="James Hallett" userId="S::je925493@reading.ac.uk::c714d19a-e50d-439a-876c-0e1be1458f92" providerId="AD" clId="Web-{8BF27142-C7B1-4DE3-927B-7B4C2BC1B5AB}" dt="2025-03-24T14:13:17.828" v="0" actId="20577"/>
        <pc:sldMkLst>
          <pc:docMk/>
          <pc:sldMk cId="1137376584" sldId="402"/>
        </pc:sldMkLst>
        <pc:spChg chg="mod">
          <ac:chgData name="James Hallett" userId="S::je925493@reading.ac.uk::c714d19a-e50d-439a-876c-0e1be1458f92" providerId="AD" clId="Web-{8BF27142-C7B1-4DE3-927B-7B4C2BC1B5AB}" dt="2025-03-24T14:13:17.828" v="0" actId="20577"/>
          <ac:spMkLst>
            <pc:docMk/>
            <pc:sldMk cId="1137376584" sldId="402"/>
            <ac:spMk id="534530" creationId="{00000000-0000-0000-0000-000000000000}"/>
          </ac:spMkLst>
        </pc:spChg>
      </pc:sldChg>
      <pc:sldChg chg="modSp">
        <pc:chgData name="James Hallett" userId="S::je925493@reading.ac.uk::c714d19a-e50d-439a-876c-0e1be1458f92" providerId="AD" clId="Web-{8BF27142-C7B1-4DE3-927B-7B4C2BC1B5AB}" dt="2025-03-24T14:13:45.096" v="8" actId="20577"/>
        <pc:sldMkLst>
          <pc:docMk/>
          <pc:sldMk cId="1923415282" sldId="451"/>
        </pc:sldMkLst>
        <pc:spChg chg="mod">
          <ac:chgData name="James Hallett" userId="S::je925493@reading.ac.uk::c714d19a-e50d-439a-876c-0e1be1458f92" providerId="AD" clId="Web-{8BF27142-C7B1-4DE3-927B-7B4C2BC1B5AB}" dt="2025-03-24T14:13:45.096" v="8" actId="20577"/>
          <ac:spMkLst>
            <pc:docMk/>
            <pc:sldMk cId="1923415282" sldId="451"/>
            <ac:spMk id="3" creationId="{543C2292-E5E2-C40D-ABC5-8837C9F6E31C}"/>
          </ac:spMkLst>
        </pc:spChg>
      </pc:sldChg>
    </pc:docChg>
  </pc:docChgLst>
  <pc:docChgLst>
    <pc:chgData name="James Hallett" userId="S::je925493@reading.ac.uk::c714d19a-e50d-439a-876c-0e1be1458f92" providerId="AD" clId="Web-{3E34AE6A-EACF-4128-B5BB-125CF7BD65A9}"/>
    <pc:docChg chg="addSld delSld modSld sldOrd">
      <pc:chgData name="James Hallett" userId="S::je925493@reading.ac.uk::c714d19a-e50d-439a-876c-0e1be1458f92" providerId="AD" clId="Web-{3E34AE6A-EACF-4128-B5BB-125CF7BD65A9}" dt="2022-08-22T15:44:47.058" v="360" actId="20577"/>
      <pc:docMkLst>
        <pc:docMk/>
      </pc:docMkLst>
      <pc:sldChg chg="del">
        <pc:chgData name="James Hallett" userId="S::je925493@reading.ac.uk::c714d19a-e50d-439a-876c-0e1be1458f92" providerId="AD" clId="Web-{3E34AE6A-EACF-4128-B5BB-125CF7BD65A9}" dt="2022-08-22T15:39:17.288" v="275"/>
        <pc:sldMkLst>
          <pc:docMk/>
          <pc:sldMk cId="0" sldId="324"/>
        </pc:sldMkLst>
      </pc:sldChg>
      <pc:sldChg chg="del">
        <pc:chgData name="James Hallett" userId="S::je925493@reading.ac.uk::c714d19a-e50d-439a-876c-0e1be1458f92" providerId="AD" clId="Web-{3E34AE6A-EACF-4128-B5BB-125CF7BD65A9}" dt="2022-08-22T15:32:03.668" v="7"/>
        <pc:sldMkLst>
          <pc:docMk/>
          <pc:sldMk cId="0" sldId="325"/>
        </pc:sldMkLst>
      </pc:sldChg>
      <pc:sldChg chg="del">
        <pc:chgData name="James Hallett" userId="S::je925493@reading.ac.uk::c714d19a-e50d-439a-876c-0e1be1458f92" providerId="AD" clId="Web-{3E34AE6A-EACF-4128-B5BB-125CF7BD65A9}" dt="2022-08-22T15:32:03.606" v="4"/>
        <pc:sldMkLst>
          <pc:docMk/>
          <pc:sldMk cId="0" sldId="327"/>
        </pc:sldMkLst>
      </pc:sldChg>
      <pc:sldChg chg="del">
        <pc:chgData name="James Hallett" userId="S::je925493@reading.ac.uk::c714d19a-e50d-439a-876c-0e1be1458f92" providerId="AD" clId="Web-{3E34AE6A-EACF-4128-B5BB-125CF7BD65A9}" dt="2022-08-22T15:32:03.590" v="0"/>
        <pc:sldMkLst>
          <pc:docMk/>
          <pc:sldMk cId="0" sldId="332"/>
        </pc:sldMkLst>
      </pc:sldChg>
      <pc:sldChg chg="del">
        <pc:chgData name="James Hallett" userId="S::je925493@reading.ac.uk::c714d19a-e50d-439a-876c-0e1be1458f92" providerId="AD" clId="Web-{3E34AE6A-EACF-4128-B5BB-125CF7BD65A9}" dt="2022-08-22T15:32:03.606" v="6"/>
        <pc:sldMkLst>
          <pc:docMk/>
          <pc:sldMk cId="2257443687" sldId="361"/>
        </pc:sldMkLst>
      </pc:sldChg>
      <pc:sldChg chg="del">
        <pc:chgData name="James Hallett" userId="S::je925493@reading.ac.uk::c714d19a-e50d-439a-876c-0e1be1458f92" providerId="AD" clId="Web-{3E34AE6A-EACF-4128-B5BB-125CF7BD65A9}" dt="2022-08-22T15:32:03.606" v="5"/>
        <pc:sldMkLst>
          <pc:docMk/>
          <pc:sldMk cId="3218464432" sldId="362"/>
        </pc:sldMkLst>
      </pc:sldChg>
      <pc:sldChg chg="del">
        <pc:chgData name="James Hallett" userId="S::je925493@reading.ac.uk::c714d19a-e50d-439a-876c-0e1be1458f92" providerId="AD" clId="Web-{3E34AE6A-EACF-4128-B5BB-125CF7BD65A9}" dt="2022-08-22T15:32:03.590" v="3"/>
        <pc:sldMkLst>
          <pc:docMk/>
          <pc:sldMk cId="1231602273" sldId="363"/>
        </pc:sldMkLst>
      </pc:sldChg>
      <pc:sldChg chg="modSp">
        <pc:chgData name="James Hallett" userId="S::je925493@reading.ac.uk::c714d19a-e50d-439a-876c-0e1be1458f92" providerId="AD" clId="Web-{3E34AE6A-EACF-4128-B5BB-125CF7BD65A9}" dt="2022-08-22T15:32:47.718" v="36" actId="20577"/>
        <pc:sldMkLst>
          <pc:docMk/>
          <pc:sldMk cId="333576335" sldId="394"/>
        </pc:sldMkLst>
        <pc:spChg chg="mod">
          <ac:chgData name="James Hallett" userId="S::je925493@reading.ac.uk::c714d19a-e50d-439a-876c-0e1be1458f92" providerId="AD" clId="Web-{3E34AE6A-EACF-4128-B5BB-125CF7BD65A9}" dt="2022-08-22T15:32:47.718" v="36" actId="20577"/>
          <ac:spMkLst>
            <pc:docMk/>
            <pc:sldMk cId="333576335" sldId="394"/>
            <ac:spMk id="6" creationId="{CA34D624-20B6-4856-A153-669C4FA02325}"/>
          </ac:spMkLst>
        </pc:spChg>
      </pc:sldChg>
      <pc:sldChg chg="del">
        <pc:chgData name="James Hallett" userId="S::je925493@reading.ac.uk::c714d19a-e50d-439a-876c-0e1be1458f92" providerId="AD" clId="Web-{3E34AE6A-EACF-4128-B5BB-125CF7BD65A9}" dt="2022-08-22T15:32:03.590" v="1"/>
        <pc:sldMkLst>
          <pc:docMk/>
          <pc:sldMk cId="1790106936" sldId="400"/>
        </pc:sldMkLst>
      </pc:sldChg>
      <pc:sldChg chg="modSp">
        <pc:chgData name="James Hallett" userId="S::je925493@reading.ac.uk::c714d19a-e50d-439a-876c-0e1be1458f92" providerId="AD" clId="Web-{3E34AE6A-EACF-4128-B5BB-125CF7BD65A9}" dt="2022-08-22T15:32:37.436" v="30" actId="20577"/>
        <pc:sldMkLst>
          <pc:docMk/>
          <pc:sldMk cId="1137376584" sldId="402"/>
        </pc:sldMkLst>
        <pc:spChg chg="mod">
          <ac:chgData name="James Hallett" userId="S::je925493@reading.ac.uk::c714d19a-e50d-439a-876c-0e1be1458f92" providerId="AD" clId="Web-{3E34AE6A-EACF-4128-B5BB-125CF7BD65A9}" dt="2022-08-22T15:32:17.779" v="13" actId="1076"/>
          <ac:spMkLst>
            <pc:docMk/>
            <pc:sldMk cId="1137376584" sldId="402"/>
            <ac:spMk id="534530" creationId="{00000000-0000-0000-0000-000000000000}"/>
          </ac:spMkLst>
        </pc:spChg>
        <pc:spChg chg="mod">
          <ac:chgData name="James Hallett" userId="S::je925493@reading.ac.uk::c714d19a-e50d-439a-876c-0e1be1458f92" providerId="AD" clId="Web-{3E34AE6A-EACF-4128-B5BB-125CF7BD65A9}" dt="2022-08-22T15:32:37.436" v="30" actId="20577"/>
          <ac:spMkLst>
            <pc:docMk/>
            <pc:sldMk cId="1137376584" sldId="402"/>
            <ac:spMk id="534531" creationId="{00000000-0000-0000-0000-000000000000}"/>
          </ac:spMkLst>
        </pc:spChg>
      </pc:sldChg>
      <pc:sldChg chg="del">
        <pc:chgData name="James Hallett" userId="S::je925493@reading.ac.uk::c714d19a-e50d-439a-876c-0e1be1458f92" providerId="AD" clId="Web-{3E34AE6A-EACF-4128-B5BB-125CF7BD65A9}" dt="2022-08-22T15:32:06.090" v="11"/>
        <pc:sldMkLst>
          <pc:docMk/>
          <pc:sldMk cId="3278011295" sldId="433"/>
        </pc:sldMkLst>
      </pc:sldChg>
      <pc:sldChg chg="del">
        <pc:chgData name="James Hallett" userId="S::je925493@reading.ac.uk::c714d19a-e50d-439a-876c-0e1be1458f92" providerId="AD" clId="Web-{3E34AE6A-EACF-4128-B5BB-125CF7BD65A9}" dt="2022-08-22T15:32:03.668" v="9"/>
        <pc:sldMkLst>
          <pc:docMk/>
          <pc:sldMk cId="2699351623" sldId="434"/>
        </pc:sldMkLst>
      </pc:sldChg>
      <pc:sldChg chg="del">
        <pc:chgData name="James Hallett" userId="S::je925493@reading.ac.uk::c714d19a-e50d-439a-876c-0e1be1458f92" providerId="AD" clId="Web-{3E34AE6A-EACF-4128-B5BB-125CF7BD65A9}" dt="2022-08-22T15:32:03.668" v="10"/>
        <pc:sldMkLst>
          <pc:docMk/>
          <pc:sldMk cId="2444353708" sldId="435"/>
        </pc:sldMkLst>
      </pc:sldChg>
      <pc:sldChg chg="del">
        <pc:chgData name="James Hallett" userId="S::je925493@reading.ac.uk::c714d19a-e50d-439a-876c-0e1be1458f92" providerId="AD" clId="Web-{3E34AE6A-EACF-4128-B5BB-125CF7BD65A9}" dt="2022-08-22T15:32:03.668" v="8"/>
        <pc:sldMkLst>
          <pc:docMk/>
          <pc:sldMk cId="3901763833" sldId="436"/>
        </pc:sldMkLst>
      </pc:sldChg>
      <pc:sldChg chg="del">
        <pc:chgData name="James Hallett" userId="S::je925493@reading.ac.uk::c714d19a-e50d-439a-876c-0e1be1458f92" providerId="AD" clId="Web-{3E34AE6A-EACF-4128-B5BB-125CF7BD65A9}" dt="2022-08-22T15:32:03.590" v="2"/>
        <pc:sldMkLst>
          <pc:docMk/>
          <pc:sldMk cId="1716127317" sldId="437"/>
        </pc:sldMkLst>
      </pc:sldChg>
      <pc:sldChg chg="modSp">
        <pc:chgData name="James Hallett" userId="S::je925493@reading.ac.uk::c714d19a-e50d-439a-876c-0e1be1458f92" providerId="AD" clId="Web-{3E34AE6A-EACF-4128-B5BB-125CF7BD65A9}" dt="2022-08-22T15:37:31.204" v="234" actId="20577"/>
        <pc:sldMkLst>
          <pc:docMk/>
          <pc:sldMk cId="683465124" sldId="439"/>
        </pc:sldMkLst>
        <pc:spChg chg="mod">
          <ac:chgData name="James Hallett" userId="S::je925493@reading.ac.uk::c714d19a-e50d-439a-876c-0e1be1458f92" providerId="AD" clId="Web-{3E34AE6A-EACF-4128-B5BB-125CF7BD65A9}" dt="2022-08-22T15:37:31.204" v="234" actId="20577"/>
          <ac:spMkLst>
            <pc:docMk/>
            <pc:sldMk cId="683465124" sldId="439"/>
            <ac:spMk id="2" creationId="{00000000-0000-0000-0000-000000000000}"/>
          </ac:spMkLst>
        </pc:spChg>
        <pc:spChg chg="mod">
          <ac:chgData name="James Hallett" userId="S::je925493@reading.ac.uk::c714d19a-e50d-439a-876c-0e1be1458f92" providerId="AD" clId="Web-{3E34AE6A-EACF-4128-B5BB-125CF7BD65A9}" dt="2022-08-22T15:37:17.703" v="231" actId="14100"/>
          <ac:spMkLst>
            <pc:docMk/>
            <pc:sldMk cId="683465124" sldId="439"/>
            <ac:spMk id="3" creationId="{00000000-0000-0000-0000-000000000000}"/>
          </ac:spMkLst>
        </pc:spChg>
      </pc:sldChg>
      <pc:sldChg chg="add del replId">
        <pc:chgData name="James Hallett" userId="S::je925493@reading.ac.uk::c714d19a-e50d-439a-876c-0e1be1458f92" providerId="AD" clId="Web-{3E34AE6A-EACF-4128-B5BB-125CF7BD65A9}" dt="2022-08-22T15:37:27.813" v="233"/>
        <pc:sldMkLst>
          <pc:docMk/>
          <pc:sldMk cId="2110047667" sldId="440"/>
        </pc:sldMkLst>
      </pc:sldChg>
      <pc:sldChg chg="modSp add replId">
        <pc:chgData name="James Hallett" userId="S::je925493@reading.ac.uk::c714d19a-e50d-439a-876c-0e1be1458f92" providerId="AD" clId="Web-{3E34AE6A-EACF-4128-B5BB-125CF7BD65A9}" dt="2022-08-22T15:38:58.209" v="271" actId="20577"/>
        <pc:sldMkLst>
          <pc:docMk/>
          <pc:sldMk cId="4253842838" sldId="441"/>
        </pc:sldMkLst>
        <pc:spChg chg="mod">
          <ac:chgData name="James Hallett" userId="S::je925493@reading.ac.uk::c714d19a-e50d-439a-876c-0e1be1458f92" providerId="AD" clId="Web-{3E34AE6A-EACF-4128-B5BB-125CF7BD65A9}" dt="2022-08-22T15:38:58.209" v="271" actId="20577"/>
          <ac:spMkLst>
            <pc:docMk/>
            <pc:sldMk cId="4253842838" sldId="441"/>
            <ac:spMk id="3" creationId="{00000000-0000-0000-0000-000000000000}"/>
          </ac:spMkLst>
        </pc:spChg>
      </pc:sldChg>
      <pc:sldChg chg="modSp add ord replId">
        <pc:chgData name="James Hallett" userId="S::je925493@reading.ac.uk::c714d19a-e50d-439a-876c-0e1be1458f92" providerId="AD" clId="Web-{3E34AE6A-EACF-4128-B5BB-125CF7BD65A9}" dt="2022-08-22T15:42:39.222" v="312" actId="20577"/>
        <pc:sldMkLst>
          <pc:docMk/>
          <pc:sldMk cId="2450899432" sldId="442"/>
        </pc:sldMkLst>
        <pc:spChg chg="mod">
          <ac:chgData name="James Hallett" userId="S::je925493@reading.ac.uk::c714d19a-e50d-439a-876c-0e1be1458f92" providerId="AD" clId="Web-{3E34AE6A-EACF-4128-B5BB-125CF7BD65A9}" dt="2022-08-22T15:39:14.397" v="274" actId="20577"/>
          <ac:spMkLst>
            <pc:docMk/>
            <pc:sldMk cId="2450899432" sldId="442"/>
            <ac:spMk id="2" creationId="{00000000-0000-0000-0000-000000000000}"/>
          </ac:spMkLst>
        </pc:spChg>
        <pc:spChg chg="mod">
          <ac:chgData name="James Hallett" userId="S::je925493@reading.ac.uk::c714d19a-e50d-439a-876c-0e1be1458f92" providerId="AD" clId="Web-{3E34AE6A-EACF-4128-B5BB-125CF7BD65A9}" dt="2022-08-22T15:42:39.222" v="312" actId="20577"/>
          <ac:spMkLst>
            <pc:docMk/>
            <pc:sldMk cId="2450899432" sldId="442"/>
            <ac:spMk id="3" creationId="{00000000-0000-0000-0000-000000000000}"/>
          </ac:spMkLst>
        </pc:spChg>
      </pc:sldChg>
      <pc:sldChg chg="modSp add replId">
        <pc:chgData name="James Hallett" userId="S::je925493@reading.ac.uk::c714d19a-e50d-439a-876c-0e1be1458f92" providerId="AD" clId="Web-{3E34AE6A-EACF-4128-B5BB-125CF7BD65A9}" dt="2022-08-22T15:44:47.058" v="360" actId="20577"/>
        <pc:sldMkLst>
          <pc:docMk/>
          <pc:sldMk cId="3433748064" sldId="443"/>
        </pc:sldMkLst>
        <pc:spChg chg="mod">
          <ac:chgData name="James Hallett" userId="S::je925493@reading.ac.uk::c714d19a-e50d-439a-876c-0e1be1458f92" providerId="AD" clId="Web-{3E34AE6A-EACF-4128-B5BB-125CF7BD65A9}" dt="2022-08-22T15:43:12.661" v="314" actId="20577"/>
          <ac:spMkLst>
            <pc:docMk/>
            <pc:sldMk cId="3433748064" sldId="443"/>
            <ac:spMk id="2" creationId="{00000000-0000-0000-0000-000000000000}"/>
          </ac:spMkLst>
        </pc:spChg>
        <pc:spChg chg="mod">
          <ac:chgData name="James Hallett" userId="S::je925493@reading.ac.uk::c714d19a-e50d-439a-876c-0e1be1458f92" providerId="AD" clId="Web-{3E34AE6A-EACF-4128-B5BB-125CF7BD65A9}" dt="2022-08-22T15:44:47.058" v="360" actId="20577"/>
          <ac:spMkLst>
            <pc:docMk/>
            <pc:sldMk cId="3433748064" sldId="443"/>
            <ac:spMk id="3" creationId="{00000000-0000-0000-0000-000000000000}"/>
          </ac:spMkLst>
        </pc:spChg>
      </pc:sldChg>
    </pc:docChg>
  </pc:docChgLst>
  <pc:docChgLst>
    <pc:chgData name="James Hallett" userId="S::je925493@reading.ac.uk::c714d19a-e50d-439a-876c-0e1be1458f92" providerId="AD" clId="Web-{A34CF432-0987-4F91-897A-AA84746FB664}"/>
    <pc:docChg chg="modSld sldOrd">
      <pc:chgData name="James Hallett" userId="S::je925493@reading.ac.uk::c714d19a-e50d-439a-876c-0e1be1458f92" providerId="AD" clId="Web-{A34CF432-0987-4F91-897A-AA84746FB664}" dt="2022-08-23T09:10:53.529" v="49" actId="20577"/>
      <pc:docMkLst>
        <pc:docMk/>
      </pc:docMkLst>
      <pc:sldChg chg="modSp">
        <pc:chgData name="James Hallett" userId="S::je925493@reading.ac.uk::c714d19a-e50d-439a-876c-0e1be1458f92" providerId="AD" clId="Web-{A34CF432-0987-4F91-897A-AA84746FB664}" dt="2022-08-23T09:09:23.725" v="46" actId="20577"/>
        <pc:sldMkLst>
          <pc:docMk/>
          <pc:sldMk cId="683465124" sldId="439"/>
        </pc:sldMkLst>
        <pc:spChg chg="mod">
          <ac:chgData name="James Hallett" userId="S::je925493@reading.ac.uk::c714d19a-e50d-439a-876c-0e1be1458f92" providerId="AD" clId="Web-{A34CF432-0987-4F91-897A-AA84746FB664}" dt="2022-08-23T09:09:23.725" v="46" actId="20577"/>
          <ac:spMkLst>
            <pc:docMk/>
            <pc:sldMk cId="683465124" sldId="439"/>
            <ac:spMk id="2" creationId="{00000000-0000-0000-0000-000000000000}"/>
          </ac:spMkLst>
        </pc:spChg>
      </pc:sldChg>
      <pc:sldChg chg="modSp">
        <pc:chgData name="James Hallett" userId="S::je925493@reading.ac.uk::c714d19a-e50d-439a-876c-0e1be1458f92" providerId="AD" clId="Web-{A34CF432-0987-4F91-897A-AA84746FB664}" dt="2022-08-23T09:09:26.804" v="47" actId="20577"/>
        <pc:sldMkLst>
          <pc:docMk/>
          <pc:sldMk cId="4253842838" sldId="441"/>
        </pc:sldMkLst>
        <pc:spChg chg="mod">
          <ac:chgData name="James Hallett" userId="S::je925493@reading.ac.uk::c714d19a-e50d-439a-876c-0e1be1458f92" providerId="AD" clId="Web-{A34CF432-0987-4F91-897A-AA84746FB664}" dt="2022-08-23T09:09:26.804" v="47" actId="20577"/>
          <ac:spMkLst>
            <pc:docMk/>
            <pc:sldMk cId="4253842838" sldId="441"/>
            <ac:spMk id="2" creationId="{00000000-0000-0000-0000-000000000000}"/>
          </ac:spMkLst>
        </pc:spChg>
      </pc:sldChg>
      <pc:sldChg chg="modSp">
        <pc:chgData name="James Hallett" userId="S::je925493@reading.ac.uk::c714d19a-e50d-439a-876c-0e1be1458f92" providerId="AD" clId="Web-{A34CF432-0987-4F91-897A-AA84746FB664}" dt="2022-08-23T09:10:53.529" v="49" actId="20577"/>
        <pc:sldMkLst>
          <pc:docMk/>
          <pc:sldMk cId="2450899432" sldId="442"/>
        </pc:sldMkLst>
        <pc:spChg chg="mod">
          <ac:chgData name="James Hallett" userId="S::je925493@reading.ac.uk::c714d19a-e50d-439a-876c-0e1be1458f92" providerId="AD" clId="Web-{A34CF432-0987-4F91-897A-AA84746FB664}" dt="2022-08-23T09:10:53.529" v="49" actId="20577"/>
          <ac:spMkLst>
            <pc:docMk/>
            <pc:sldMk cId="2450899432" sldId="442"/>
            <ac:spMk id="2" creationId="{00000000-0000-0000-0000-000000000000}"/>
          </ac:spMkLst>
        </pc:spChg>
      </pc:sldChg>
      <pc:sldChg chg="modSp ord">
        <pc:chgData name="James Hallett" userId="S::je925493@reading.ac.uk::c714d19a-e50d-439a-876c-0e1be1458f92" providerId="AD" clId="Web-{A34CF432-0987-4F91-897A-AA84746FB664}" dt="2022-08-23T09:09:21.147" v="45" actId="20577"/>
        <pc:sldMkLst>
          <pc:docMk/>
          <pc:sldMk cId="3433748064" sldId="443"/>
        </pc:sldMkLst>
        <pc:spChg chg="mod">
          <ac:chgData name="James Hallett" userId="S::je925493@reading.ac.uk::c714d19a-e50d-439a-876c-0e1be1458f92" providerId="AD" clId="Web-{A34CF432-0987-4F91-897A-AA84746FB664}" dt="2022-08-23T09:08:35.847" v="2" actId="20577"/>
          <ac:spMkLst>
            <pc:docMk/>
            <pc:sldMk cId="3433748064" sldId="443"/>
            <ac:spMk id="2" creationId="{00000000-0000-0000-0000-000000000000}"/>
          </ac:spMkLst>
        </pc:spChg>
        <pc:spChg chg="mod">
          <ac:chgData name="James Hallett" userId="S::je925493@reading.ac.uk::c714d19a-e50d-439a-876c-0e1be1458f92" providerId="AD" clId="Web-{A34CF432-0987-4F91-897A-AA84746FB664}" dt="2022-08-23T09:09:21.147" v="45" actId="20577"/>
          <ac:spMkLst>
            <pc:docMk/>
            <pc:sldMk cId="3433748064" sldId="44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62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504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171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761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0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24 March 2025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5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5" y="0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3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0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981075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0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8" y="981075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0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5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3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0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7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0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 dirty="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0" y="438150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0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3474005"/>
            <a:ext cx="7920038" cy="1676245"/>
          </a:xfrm>
        </p:spPr>
        <p:txBody>
          <a:bodyPr/>
          <a:lstStyle/>
          <a:p>
            <a:r>
              <a:rPr lang="en-US" sz="4800" dirty="0"/>
              <a:t>CH2PH2: </a:t>
            </a:r>
            <a:br>
              <a:rPr lang="en-US" sz="4800" dirty="0"/>
            </a:br>
            <a:r>
              <a:rPr lang="en-US" sz="4800" dirty="0"/>
              <a:t>Surfaces and Interfaces</a:t>
            </a:r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 dirty="0"/>
              <a:t>Dr. James </a:t>
            </a:r>
            <a:r>
              <a:rPr lang="en-US"/>
              <a:t>Hallett     </a:t>
            </a:r>
          </a:p>
          <a:p>
            <a:r>
              <a:rPr lang="en-US"/>
              <a:t>j</a:t>
            </a:r>
            <a:r>
              <a:rPr lang="en-US" dirty="0"/>
              <a:t>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 advTm="5104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A34D624-20B6-4856-A153-669C4FA02325}"/>
              </a:ext>
            </a:extLst>
          </p:cNvPr>
          <p:cNvSpPr txBox="1">
            <a:spLocks/>
          </p:cNvSpPr>
          <p:nvPr/>
        </p:nvSpPr>
        <p:spPr bwMode="auto">
          <a:xfrm>
            <a:off x="685800" y="2303875"/>
            <a:ext cx="77724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sz="4000" b="1" u="sng" kern="0" cap="all" dirty="0">
                <a:solidFill>
                  <a:srgbClr val="BF0071"/>
                </a:solidFill>
                <a:latin typeface="Rdg Vesta"/>
                <a:ea typeface="+mj-ea"/>
                <a:cs typeface="+mj-cs"/>
              </a:rPr>
              <a:t>Workshop 1</a:t>
            </a:r>
            <a:br>
              <a:rPr lang="en-GB" sz="4000" b="1" kern="0" cap="all" dirty="0">
                <a:latin typeface="Rdg Vesta"/>
                <a:ea typeface="+mj-ea"/>
                <a:cs typeface="+mj-cs"/>
              </a:rPr>
            </a:br>
            <a:endParaRPr lang="en-GB" sz="4000" b="1" i="0" strike="noStrike" kern="0" cap="all" spc="0" normalizeH="0" baseline="0" noProof="0" dirty="0">
              <a:ln>
                <a:noFill/>
              </a:ln>
              <a:effectLst/>
              <a:uLnTx/>
              <a:uFillTx/>
              <a:latin typeface="Rdg Vest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576335"/>
      </p:ext>
    </p:extLst>
  </p:cSld>
  <p:clrMapOvr>
    <a:masterClrMapping/>
  </p:clrMapOvr>
  <p:transition advTm="8786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76" y="1583795"/>
            <a:ext cx="8677386" cy="43434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interfacial tension (𝛾) between Teflon and air is 0.020 N/m, g between Teflon and water is 0.092 N/m, and between water and air is 0.072 N/m. Use this information to explain why water does not wet to Teflon.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748064"/>
      </p:ext>
    </p:extLst>
  </p:cSld>
  <p:clrMapOvr>
    <a:masterClrMapping/>
  </p:clrMapOvr>
  <p:transition advTm="29127">
    <p:fade/>
  </p:transition>
  <p:extLst>
    <p:ext uri="{3A86A75C-4F4B-4683-9AE1-C65F6400EC91}">
      <p14:laserTraceLst xmlns:p14="http://schemas.microsoft.com/office/powerpoint/2010/main">
        <p14:tracePtLst>
          <p14:tracePt t="14292" x="1738313" y="4167188"/>
          <p14:tracePt t="14404" x="1751013" y="4167188"/>
          <p14:tracePt t="14411" x="1763713" y="4167188"/>
          <p14:tracePt t="14419" x="1776413" y="4167188"/>
          <p14:tracePt t="14427" x="1814513" y="4167188"/>
          <p14:tracePt t="14436" x="1825625" y="4167188"/>
          <p14:tracePt t="14443" x="1851025" y="4167188"/>
          <p14:tracePt t="14451" x="1863725" y="4167188"/>
          <p14:tracePt t="14459" x="1889125" y="4167188"/>
          <p14:tracePt t="14468" x="1901825" y="4167188"/>
          <p14:tracePt t="14475" x="1914525" y="4167188"/>
          <p14:tracePt t="14483" x="1925638" y="4167188"/>
          <p14:tracePt t="14507" x="1951038" y="4154488"/>
          <p14:tracePt t="14523" x="1963738" y="4154488"/>
          <p14:tracePt t="14532" x="1976438" y="4154488"/>
          <p14:tracePt t="14540" x="1989138" y="4154488"/>
          <p14:tracePt t="14547" x="2001838" y="4154488"/>
          <p14:tracePt t="14557" x="2014538" y="4154488"/>
          <p14:tracePt t="14564" x="2025650" y="4154488"/>
          <p14:tracePt t="14571" x="2038350" y="4154488"/>
          <p14:tracePt t="14579" x="2051050" y="4154488"/>
          <p14:tracePt t="14587" x="2076450" y="4154488"/>
          <p14:tracePt t="14595" x="2127250" y="4117975"/>
          <p14:tracePt t="14603" x="2138363" y="4117975"/>
          <p14:tracePt t="14611" x="2163763" y="4117975"/>
          <p14:tracePt t="14619" x="2189163" y="4117975"/>
          <p14:tracePt t="14628" x="2227263" y="4117975"/>
          <p14:tracePt t="14635" x="2276475" y="4117975"/>
          <p14:tracePt t="14643" x="2338388" y="4117975"/>
          <p14:tracePt t="14651" x="2427288" y="4117975"/>
          <p14:tracePt t="14658" x="2527300" y="4105275"/>
          <p14:tracePt t="14667" x="2563813" y="4105275"/>
          <p14:tracePt t="14674" x="2627313" y="4105275"/>
          <p14:tracePt t="14683" x="2676525" y="4105275"/>
          <p14:tracePt t="14691" x="2727325" y="4105275"/>
          <p14:tracePt t="14699" x="2763838" y="4105275"/>
          <p14:tracePt t="14715" x="2789238" y="4105275"/>
          <p14:tracePt t="14724" x="2801938" y="4105275"/>
          <p14:tracePt t="14731" x="2814638" y="4105275"/>
          <p14:tracePt t="14739" x="2827338" y="4105275"/>
          <p14:tracePt t="14747" x="2840038" y="4105275"/>
          <p14:tracePt t="14755" x="2852738" y="4105275"/>
          <p14:tracePt t="14763" x="2852738" y="4092575"/>
          <p14:tracePt t="14771" x="2863850" y="4092575"/>
          <p14:tracePt t="14779" x="2889250" y="4079875"/>
          <p14:tracePt t="14795" x="2914650" y="4067175"/>
          <p14:tracePt t="14803" x="2940050" y="4067175"/>
          <p14:tracePt t="14811" x="2963863" y="4067175"/>
          <p14:tracePt t="14819" x="3027363" y="4054475"/>
          <p14:tracePt t="14827" x="3040063" y="4054475"/>
          <p14:tracePt t="14835" x="3076575" y="4054475"/>
          <p14:tracePt t="14843" x="3089275" y="4054475"/>
          <p14:tracePt t="14851" x="3114675" y="4054475"/>
          <p14:tracePt t="14859" x="3152775" y="4054475"/>
          <p14:tracePt t="14867" x="3176588" y="4054475"/>
          <p14:tracePt t="14874" x="3201988" y="4054475"/>
          <p14:tracePt t="14882" x="3240088" y="4054475"/>
          <p14:tracePt t="14890" x="3276600" y="4054475"/>
          <p14:tracePt t="14898" x="3327400" y="4054475"/>
          <p14:tracePt t="14907" x="3389313" y="4054475"/>
          <p14:tracePt t="14914" x="3440113" y="4054475"/>
          <p14:tracePt t="14922" x="3502025" y="4054475"/>
          <p14:tracePt t="14930" x="3552825" y="4054475"/>
          <p14:tracePt t="14939" x="3589338" y="4054475"/>
          <p14:tracePt t="14947" x="3640138" y="4054475"/>
          <p14:tracePt t="14955" x="3689350" y="4054475"/>
          <p14:tracePt t="14963" x="3727450" y="4054475"/>
          <p14:tracePt t="14971" x="3765550" y="4054475"/>
          <p14:tracePt t="14979" x="3802063" y="4054475"/>
          <p14:tracePt t="14987" x="3827463" y="4054475"/>
          <p14:tracePt t="14995" x="3840163" y="4054475"/>
          <p14:tracePt t="15003" x="3852863" y="4054475"/>
          <p14:tracePt t="15011" x="3865563" y="4054475"/>
          <p14:tracePt t="15083" x="3890963" y="4054475"/>
          <p14:tracePt t="15091" x="3902075" y="4054475"/>
          <p14:tracePt t="15099" x="3914775" y="4054475"/>
          <p14:tracePt t="15109" x="3952875" y="4054475"/>
          <p14:tracePt t="15115" x="3978275" y="4054475"/>
          <p14:tracePt t="15123" x="4002088" y="4054475"/>
          <p14:tracePt t="15131" x="4040188" y="4054475"/>
          <p14:tracePt t="15139" x="4078288" y="4054475"/>
          <p14:tracePt t="15147" x="4127500" y="4054475"/>
          <p14:tracePt t="15155" x="4140200" y="4054475"/>
          <p14:tracePt t="15165" x="4178300" y="4054475"/>
          <p14:tracePt t="15171" x="4203700" y="4054475"/>
          <p14:tracePt t="15179" x="4240213" y="4054475"/>
          <p14:tracePt t="15187" x="4278313" y="4054475"/>
          <p14:tracePt t="15195" x="4303713" y="4054475"/>
          <p14:tracePt t="15203" x="4327525" y="4054475"/>
          <p14:tracePt t="15211" x="4340225" y="4054475"/>
          <p14:tracePt t="15219" x="4352925" y="4054475"/>
          <p14:tracePt t="15228" x="4378325" y="4054475"/>
          <p14:tracePt t="15235" x="4403725" y="4054475"/>
          <p14:tracePt t="15243" x="4416425" y="4054475"/>
          <p14:tracePt t="15251" x="4440238" y="4054475"/>
          <p14:tracePt t="15261" x="4478338" y="4067175"/>
          <p14:tracePt t="15267" x="4491038" y="4067175"/>
          <p14:tracePt t="15275" x="4503738" y="4067175"/>
          <p14:tracePt t="15283" x="4516438" y="4067175"/>
          <p14:tracePt t="15299" x="4527550" y="4067175"/>
          <p14:tracePt t="15467" x="4552950" y="4067175"/>
          <p14:tracePt t="15475" x="4565650" y="4067175"/>
          <p14:tracePt t="15484" x="4591050" y="4067175"/>
          <p14:tracePt t="15491" x="4603750" y="4067175"/>
          <p14:tracePt t="15499" x="4640263" y="4067175"/>
          <p14:tracePt t="15507" x="4665663" y="4079875"/>
          <p14:tracePt t="15516" x="4691063" y="4092575"/>
          <p14:tracePt t="15523" x="4716463" y="4092575"/>
          <p14:tracePt t="15531" x="4740275" y="4092575"/>
          <p14:tracePt t="15539" x="4765675" y="4105275"/>
          <p14:tracePt t="15548" x="4791075" y="4105275"/>
          <p14:tracePt t="15555" x="4803775" y="4105275"/>
          <p14:tracePt t="15563" x="4816475" y="4105275"/>
          <p14:tracePt t="15580" x="4829175" y="4105275"/>
          <p14:tracePt t="15587" x="4840288" y="4105275"/>
          <p14:tracePt t="15595" x="4852988" y="4105275"/>
          <p14:tracePt t="15603" x="4865688" y="4105275"/>
          <p14:tracePt t="15804" x="4878388" y="4105275"/>
          <p14:tracePt t="15820" x="4891088" y="4105275"/>
          <p14:tracePt t="15827" x="4916488" y="4117975"/>
          <p14:tracePt t="15835" x="4940300" y="4129088"/>
          <p14:tracePt t="15843" x="4978400" y="4129088"/>
          <p14:tracePt t="15851" x="5016500" y="4141788"/>
          <p14:tracePt t="15859" x="5053013" y="4141788"/>
          <p14:tracePt t="15867" x="5091113" y="4141788"/>
          <p14:tracePt t="15875" x="5129213" y="4141788"/>
          <p14:tracePt t="15883" x="5165725" y="4141788"/>
          <p14:tracePt t="15897" x="5216525" y="4141788"/>
          <p14:tracePt t="15899" x="5253038" y="4141788"/>
          <p14:tracePt t="15907" x="5278438" y="4141788"/>
          <p14:tracePt t="15915" x="5303838" y="4141788"/>
          <p14:tracePt t="15923" x="5329238" y="4141788"/>
          <p14:tracePt t="16075" x="5353050" y="4141788"/>
          <p14:tracePt t="16091" x="5365750" y="4141788"/>
          <p14:tracePt t="16100" x="5378450" y="4141788"/>
          <p14:tracePt t="16107" x="5391150" y="4141788"/>
          <p14:tracePt t="16116" x="5416550" y="4141788"/>
          <p14:tracePt t="16123" x="5441950" y="4141788"/>
          <p14:tracePt t="16131" x="5478463" y="4141788"/>
          <p14:tracePt t="16139" x="5516563" y="4141788"/>
          <p14:tracePt t="16149" x="5554663" y="4141788"/>
          <p14:tracePt t="16155" x="5591175" y="4141788"/>
          <p14:tracePt t="16164" x="5616575" y="4141788"/>
          <p14:tracePt t="16171" x="5641975" y="4141788"/>
          <p14:tracePt t="16187" x="5665788" y="4154488"/>
          <p14:tracePt t="16348" x="5678488" y="4154488"/>
          <p14:tracePt t="16355" x="5691188" y="4154488"/>
          <p14:tracePt t="16363" x="5703888" y="4154488"/>
          <p14:tracePt t="16379" x="5729288" y="4154488"/>
          <p14:tracePt t="16387" x="5767388" y="4167188"/>
          <p14:tracePt t="16395" x="5816600" y="4167188"/>
          <p14:tracePt t="16404" x="5854700" y="4167188"/>
          <p14:tracePt t="16411" x="5891213" y="4167188"/>
          <p14:tracePt t="16419" x="5942013" y="4167188"/>
          <p14:tracePt t="16427" x="5991225" y="4167188"/>
          <p14:tracePt t="16436" x="6029325" y="4167188"/>
          <p14:tracePt t="16443" x="6067425" y="4179888"/>
          <p14:tracePt t="16451" x="6103938" y="4192588"/>
          <p14:tracePt t="16459" x="6129338" y="4192588"/>
          <p14:tracePt t="16467" x="6167438" y="4205288"/>
          <p14:tracePt t="16475" x="6191250" y="4205288"/>
          <p14:tracePt t="16483" x="6216650" y="4205288"/>
          <p14:tracePt t="16491" x="6242050" y="4205288"/>
          <p14:tracePt t="16500" x="6267450" y="4205288"/>
          <p14:tracePt t="16507" x="6291263" y="4205288"/>
          <p14:tracePt t="16516" x="6329363" y="4205288"/>
          <p14:tracePt t="16523" x="6367463" y="4205288"/>
          <p14:tracePt t="16532" x="6403975" y="4205288"/>
          <p14:tracePt t="16539" x="6442075" y="4205288"/>
          <p14:tracePt t="16547" x="6480175" y="4205288"/>
          <p14:tracePt t="16555" x="6516688" y="4205288"/>
          <p14:tracePt t="16563" x="6529388" y="4205288"/>
          <p14:tracePt t="16571" x="6542088" y="4205288"/>
          <p14:tracePt t="16579" x="6554788" y="4205288"/>
          <p14:tracePt t="16587" x="6580188" y="4205288"/>
          <p14:tracePt t="16595" x="6592888" y="4205288"/>
          <p14:tracePt t="16603" x="6616700" y="4205288"/>
          <p14:tracePt t="16611" x="6629400" y="4205288"/>
          <p14:tracePt t="16619" x="6654800" y="4205288"/>
          <p14:tracePt t="16627" x="6680200" y="4205288"/>
          <p14:tracePt t="16635" x="6716713" y="4205288"/>
          <p14:tracePt t="16643" x="6742113" y="4205288"/>
          <p14:tracePt t="16651" x="6780213" y="4205288"/>
          <p14:tracePt t="16659" x="6805613" y="4205288"/>
          <p14:tracePt t="16667" x="6829425" y="4205288"/>
          <p14:tracePt t="16675" x="6842125" y="4205288"/>
          <p14:tracePt t="16684" x="6854825" y="4205288"/>
          <p14:tracePt t="16691" x="6867525" y="4205288"/>
          <p14:tracePt t="16700" x="6892925" y="4205288"/>
          <p14:tracePt t="16707" x="6905625" y="4205288"/>
          <p14:tracePt t="16715" x="6916738" y="4205288"/>
          <p14:tracePt t="16723" x="6929438" y="4205288"/>
          <p14:tracePt t="16731" x="6954838" y="4205288"/>
          <p14:tracePt t="16739" x="6967538" y="4205288"/>
          <p14:tracePt t="16747" x="6980238" y="4205288"/>
          <p14:tracePt t="16755" x="7005638" y="4205288"/>
          <p14:tracePt t="16763" x="7029450" y="4205288"/>
          <p14:tracePt t="16771" x="7067550" y="4205288"/>
          <p14:tracePt t="16779" x="7080250" y="4205288"/>
          <p14:tracePt t="16787" x="7105650" y="4205288"/>
          <p14:tracePt t="16795" x="7129463" y="4217988"/>
          <p14:tracePt t="16803" x="7142163" y="4217988"/>
          <p14:tracePt t="16811" x="7167563" y="4230688"/>
          <p14:tracePt t="16820" x="7192963" y="4230688"/>
          <p14:tracePt t="16827" x="7218363" y="4230688"/>
          <p14:tracePt t="16835" x="7229475" y="4230688"/>
          <p14:tracePt t="16955" x="7242175" y="4230688"/>
          <p14:tracePt t="16963" x="7254875" y="4230688"/>
          <p14:tracePt t="16971" x="7280275" y="4230688"/>
          <p14:tracePt t="16979" x="7305675" y="4230688"/>
          <p14:tracePt t="16991" x="7342188" y="4230688"/>
          <p14:tracePt t="16999" x="7380288" y="4230688"/>
          <p14:tracePt t="17008" x="7418388" y="4230688"/>
          <p14:tracePt t="17015" x="7442200" y="4230688"/>
          <p14:tracePt t="17023" x="7467600" y="4230688"/>
          <p14:tracePt t="17031" x="7480300" y="4230688"/>
          <p14:tracePt t="17039" x="7493000" y="4230688"/>
          <p14:tracePt t="17047" x="7505700" y="4230688"/>
          <p14:tracePt t="17055" x="7518400" y="4230688"/>
          <p14:tracePt t="17063" x="7531100" y="4230688"/>
          <p14:tracePt t="17072" x="7554913" y="4230688"/>
          <p14:tracePt t="17079" x="7593013" y="4230688"/>
          <p14:tracePt t="17087" x="7631113" y="4230688"/>
          <p14:tracePt t="17095" x="7680325" y="4230688"/>
          <p14:tracePt t="17104" x="7731125" y="4230688"/>
          <p14:tracePt t="17111" x="7780338" y="4230688"/>
          <p14:tracePt t="17119" x="7843838" y="4230688"/>
          <p14:tracePt t="17127" x="7880350" y="4230688"/>
          <p14:tracePt t="17136" x="7918450" y="4230688"/>
          <p14:tracePt t="17143" x="7954963" y="4230688"/>
          <p14:tracePt t="17775" x="0" y="0"/>
        </p14:tracePtLst>
        <p14:tracePtLst>
          <p14:tracePt t="21831" x="2689225" y="5043488"/>
          <p14:tracePt t="21907" x="2676525" y="5043488"/>
          <p14:tracePt t="21956" x="2701925" y="5043488"/>
          <p14:tracePt t="21963" x="2714625" y="5043488"/>
          <p14:tracePt t="21971" x="2727325" y="5043488"/>
          <p14:tracePt t="21987" x="2740025" y="5043488"/>
          <p14:tracePt t="21995" x="2752725" y="5043488"/>
          <p14:tracePt t="22003" x="2763838" y="5043488"/>
          <p14:tracePt t="22011" x="2776538" y="5043488"/>
          <p14:tracePt t="22035" x="2801938" y="5043488"/>
          <p14:tracePt t="22045" x="2827338" y="5043488"/>
          <p14:tracePt t="22051" x="2863850" y="5043488"/>
          <p14:tracePt t="22061" x="2901950" y="5043488"/>
          <p14:tracePt t="22067" x="2940050" y="5030788"/>
          <p14:tracePt t="22079" x="2976563" y="5018088"/>
          <p14:tracePt t="22091" x="2989263" y="5018088"/>
          <p14:tracePt t="22115" x="3001963" y="5018088"/>
          <p14:tracePt t="22123" x="3014663" y="5018088"/>
          <p14:tracePt t="22141" x="3040063" y="5018088"/>
          <p14:tracePt t="22147" x="3065463" y="5018088"/>
          <p14:tracePt t="22155" x="3076575" y="5018088"/>
          <p14:tracePt t="22163" x="3127375" y="5005388"/>
          <p14:tracePt t="22172" x="3140075" y="5005388"/>
          <p14:tracePt t="22187" x="3152775" y="5005388"/>
          <p14:tracePt t="22227" x="3189288" y="4992688"/>
          <p14:tracePt t="22236" x="3201988" y="4992688"/>
          <p14:tracePt t="22244" x="3214688" y="4992688"/>
          <p14:tracePt t="22251" x="3227388" y="4992688"/>
          <p14:tracePt t="22259" x="3265488" y="4992688"/>
          <p14:tracePt t="22268" x="3314700" y="4992688"/>
          <p14:tracePt t="22275" x="3352800" y="4992688"/>
          <p14:tracePt t="22283" x="3389313" y="4992688"/>
          <p14:tracePt t="22291" x="3414713" y="4992688"/>
          <p14:tracePt t="22301" x="3440113" y="4992688"/>
          <p14:tracePt t="22307" x="3478213" y="4992688"/>
          <p14:tracePt t="22315" x="3489325" y="4992688"/>
          <p14:tracePt t="22332" x="3514725" y="4992688"/>
          <p14:tracePt t="22339" x="3552825" y="4992688"/>
          <p14:tracePt t="22347" x="3578225" y="4992688"/>
          <p14:tracePt t="22355" x="3602038" y="4981575"/>
          <p14:tracePt t="22364" x="3640138" y="4968875"/>
          <p14:tracePt t="22371" x="3678238" y="4968875"/>
          <p14:tracePt t="22380" x="3714750" y="4968875"/>
          <p14:tracePt t="22387" x="3752850" y="4968875"/>
          <p14:tracePt t="22397" x="3802063" y="4968875"/>
          <p14:tracePt t="22403" x="3827463" y="4968875"/>
          <p14:tracePt t="22412" x="3865563" y="4968875"/>
          <p14:tracePt t="22419" x="3902075" y="4968875"/>
          <p14:tracePt t="22427" x="3940175" y="4968875"/>
          <p14:tracePt t="22435" x="3990975" y="4968875"/>
          <p14:tracePt t="22443" x="4040188" y="4968875"/>
          <p14:tracePt t="22452" x="4090988" y="4968875"/>
          <p14:tracePt t="22459" x="4152900" y="4956175"/>
          <p14:tracePt t="22467" x="4178300" y="4956175"/>
          <p14:tracePt t="22475" x="4214813" y="4956175"/>
          <p14:tracePt t="22483" x="4265613" y="4956175"/>
          <p14:tracePt t="22491" x="4291013" y="4956175"/>
          <p14:tracePt t="22499" x="4314825" y="4956175"/>
          <p14:tracePt t="22507" x="4327525" y="4956175"/>
          <p14:tracePt t="22516" x="4340225" y="4956175"/>
          <p14:tracePt t="22531" x="4365625" y="4956175"/>
          <p14:tracePt t="22539" x="4378325" y="4956175"/>
          <p14:tracePt t="22547" x="4391025" y="4956175"/>
          <p14:tracePt t="22555" x="4416425" y="4956175"/>
          <p14:tracePt t="22563" x="4452938" y="4956175"/>
          <p14:tracePt t="22571" x="4478338" y="4956175"/>
          <p14:tracePt t="22580" x="4516438" y="4956175"/>
          <p14:tracePt t="22587" x="4552950" y="4956175"/>
          <p14:tracePt t="22597" x="4591050" y="4956175"/>
          <p14:tracePt t="22603" x="4616450" y="4956175"/>
          <p14:tracePt t="22611" x="4640263" y="4956175"/>
          <p14:tracePt t="22619" x="4678363" y="4956175"/>
          <p14:tracePt t="22627" x="4703763" y="4956175"/>
          <p14:tracePt t="22635" x="4727575" y="4956175"/>
          <p14:tracePt t="22643" x="4765675" y="4956175"/>
          <p14:tracePt t="22651" x="4803775" y="4956175"/>
          <p14:tracePt t="22659" x="4840288" y="4956175"/>
          <p14:tracePt t="22667" x="4878388" y="4956175"/>
          <p14:tracePt t="22675" x="4929188" y="4956175"/>
          <p14:tracePt t="22683" x="4978400" y="4956175"/>
          <p14:tracePt t="22691" x="5029200" y="4956175"/>
          <p14:tracePt t="22699" x="5065713" y="4956175"/>
          <p14:tracePt t="22707" x="5103813" y="4956175"/>
          <p14:tracePt t="22715" x="5129213" y="4956175"/>
          <p14:tracePt t="22852" x="5141913" y="4956175"/>
          <p14:tracePt t="22867" x="5165725" y="4956175"/>
          <p14:tracePt t="22875" x="5203825" y="4956175"/>
          <p14:tracePt t="22883" x="5229225" y="4956175"/>
          <p14:tracePt t="22898" x="5265738" y="4956175"/>
          <p14:tracePt t="22901" x="5316538" y="4956175"/>
          <p14:tracePt t="22907" x="5353050" y="4956175"/>
          <p14:tracePt t="22915" x="5378450" y="4956175"/>
          <p14:tracePt t="22923" x="5416550" y="4956175"/>
          <p14:tracePt t="22933" x="5465763" y="4956175"/>
          <p14:tracePt t="22939" x="5516563" y="4956175"/>
          <p14:tracePt t="22948" x="5565775" y="4956175"/>
          <p14:tracePt t="22955" x="5603875" y="4956175"/>
          <p14:tracePt t="22963" x="5641975" y="4956175"/>
          <p14:tracePt t="22971" x="5691188" y="4956175"/>
          <p14:tracePt t="22979" x="5741988" y="4956175"/>
          <p14:tracePt t="22987" x="5816600" y="4956175"/>
          <p14:tracePt t="22997" x="5878513" y="4956175"/>
          <p14:tracePt t="23003" x="5929313" y="4956175"/>
          <p14:tracePt t="23011" x="5978525" y="4956175"/>
          <p14:tracePt t="23019" x="6003925" y="4956175"/>
          <p14:tracePt t="23029" x="6042025" y="4956175"/>
          <p14:tracePt t="23035" x="6054725" y="4956175"/>
          <p14:tracePt t="23063" x="6067425" y="4956175"/>
          <p14:tracePt t="23071" x="6091238" y="4956175"/>
          <p14:tracePt t="23079" x="6129338" y="4943475"/>
          <p14:tracePt t="23087" x="6142038" y="4943475"/>
          <p14:tracePt t="23095" x="6180138" y="4943475"/>
          <p14:tracePt t="23103" x="6229350" y="4943475"/>
          <p14:tracePt t="23111" x="6280150" y="4943475"/>
          <p14:tracePt t="23119" x="6342063" y="4943475"/>
          <p14:tracePt t="23127" x="6391275" y="4943475"/>
          <p14:tracePt t="23135" x="6429375" y="4943475"/>
          <p14:tracePt t="23143" x="6467475" y="4943475"/>
          <p14:tracePt t="23151" x="6492875" y="4943475"/>
          <p14:tracePt t="23191" x="6516688" y="4943475"/>
          <p14:tracePt t="23207" x="6554788" y="4943475"/>
          <p14:tracePt t="23215" x="6604000" y="4943475"/>
          <p14:tracePt t="23223" x="6654800" y="4943475"/>
          <p14:tracePt t="23231" x="6692900" y="4943475"/>
          <p14:tracePt t="23239" x="6742113" y="4943475"/>
          <p14:tracePt t="23247" x="6792913" y="4943475"/>
          <p14:tracePt t="23255" x="6842125" y="4943475"/>
          <p14:tracePt t="23263" x="6880225" y="4943475"/>
          <p14:tracePt t="23271" x="6905625" y="4943475"/>
          <p14:tracePt t="23351" x="6929438" y="4943475"/>
          <p14:tracePt t="23359" x="6942138" y="4943475"/>
          <p14:tracePt t="23367" x="6967538" y="4943475"/>
          <p14:tracePt t="23377" x="6980238" y="4943475"/>
          <p14:tracePt t="23384" x="7005638" y="4943475"/>
          <p14:tracePt t="23391" x="7016750" y="4943475"/>
          <p14:tracePt t="23400" x="7054850" y="4943475"/>
          <p14:tracePt t="23409" x="7067550" y="4943475"/>
          <p14:tracePt t="23415" x="7105650" y="4943475"/>
          <p14:tracePt t="23423" x="7142163" y="4943475"/>
          <p14:tracePt t="23431" x="7180263" y="4943475"/>
          <p14:tracePt t="23439" x="7218363" y="4943475"/>
          <p14:tracePt t="23447" x="7254875" y="4943475"/>
          <p14:tracePt t="23455" x="7280275" y="4943475"/>
          <p14:tracePt t="23463" x="7305675" y="4943475"/>
          <p14:tracePt t="23473" x="7329488" y="4943475"/>
          <p14:tracePt t="23479" x="7354888" y="4943475"/>
          <p14:tracePt t="23487" x="7380288" y="4943475"/>
          <p14:tracePt t="23495" x="7418388" y="4943475"/>
          <p14:tracePt t="23505" x="7467600" y="4930775"/>
          <p14:tracePt t="23511" x="7518400" y="4892675"/>
          <p14:tracePt t="23519" x="7542213" y="4892675"/>
          <p14:tracePt t="23527" x="7567613" y="4892675"/>
          <p14:tracePt t="23536" x="7618413" y="4892675"/>
          <p14:tracePt t="23543" x="7680325" y="4892675"/>
          <p14:tracePt t="23551" x="7767638" y="4892675"/>
          <p14:tracePt t="23559" x="7854950" y="4892675"/>
          <p14:tracePt t="23570" x="7931150" y="4892675"/>
          <p14:tracePt t="23575" x="8018463" y="4892675"/>
          <p14:tracePt t="23583" x="8093075" y="4892675"/>
          <p14:tracePt t="23591" x="8131175" y="4892675"/>
          <p14:tracePt t="23606" x="8143875" y="4892675"/>
          <p14:tracePt t="23614" x="8156575" y="4892675"/>
          <p14:tracePt t="23911" x="8167688" y="4892675"/>
          <p14:tracePt t="23919" x="8180388" y="4892675"/>
          <p14:tracePt t="24023" x="8193088" y="4892675"/>
          <p14:tracePt t="24031" x="8205788" y="4892675"/>
          <p14:tracePt t="24295" x="0" y="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76" y="1583795"/>
            <a:ext cx="8677386" cy="43434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To what height does liquid water rise in a straw of 2 mm diameter? The density of water at this temperature is 997 kg/m</a:t>
            </a:r>
            <a:r>
              <a:rPr lang="en-GB" baseline="30000" dirty="0"/>
              <a:t>3</a:t>
            </a:r>
            <a:r>
              <a:rPr lang="en-GB" dirty="0"/>
              <a:t>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529460"/>
      </p:ext>
    </p:extLst>
  </p:cSld>
  <p:clrMapOvr>
    <a:masterClrMapping/>
  </p:clrMapOvr>
  <p:transition advTm="29127">
    <p:fade/>
  </p:transition>
  <p:extLst>
    <p:ext uri="{3A86A75C-4F4B-4683-9AE1-C65F6400EC91}">
      <p14:laserTraceLst xmlns:p14="http://schemas.microsoft.com/office/powerpoint/2010/main">
        <p14:tracePtLst>
          <p14:tracePt t="14292" x="1738313" y="4167188"/>
          <p14:tracePt t="14404" x="1751013" y="4167188"/>
          <p14:tracePt t="14411" x="1763713" y="4167188"/>
          <p14:tracePt t="14419" x="1776413" y="4167188"/>
          <p14:tracePt t="14427" x="1814513" y="4167188"/>
          <p14:tracePt t="14436" x="1825625" y="4167188"/>
          <p14:tracePt t="14443" x="1851025" y="4167188"/>
          <p14:tracePt t="14451" x="1863725" y="4167188"/>
          <p14:tracePt t="14459" x="1889125" y="4167188"/>
          <p14:tracePt t="14468" x="1901825" y="4167188"/>
          <p14:tracePt t="14475" x="1914525" y="4167188"/>
          <p14:tracePt t="14483" x="1925638" y="4167188"/>
          <p14:tracePt t="14507" x="1951038" y="4154488"/>
          <p14:tracePt t="14523" x="1963738" y="4154488"/>
          <p14:tracePt t="14532" x="1976438" y="4154488"/>
          <p14:tracePt t="14540" x="1989138" y="4154488"/>
          <p14:tracePt t="14547" x="2001838" y="4154488"/>
          <p14:tracePt t="14557" x="2014538" y="4154488"/>
          <p14:tracePt t="14564" x="2025650" y="4154488"/>
          <p14:tracePt t="14571" x="2038350" y="4154488"/>
          <p14:tracePt t="14579" x="2051050" y="4154488"/>
          <p14:tracePt t="14587" x="2076450" y="4154488"/>
          <p14:tracePt t="14595" x="2127250" y="4117975"/>
          <p14:tracePt t="14603" x="2138363" y="4117975"/>
          <p14:tracePt t="14611" x="2163763" y="4117975"/>
          <p14:tracePt t="14619" x="2189163" y="4117975"/>
          <p14:tracePt t="14628" x="2227263" y="4117975"/>
          <p14:tracePt t="14635" x="2276475" y="4117975"/>
          <p14:tracePt t="14643" x="2338388" y="4117975"/>
          <p14:tracePt t="14651" x="2427288" y="4117975"/>
          <p14:tracePt t="14658" x="2527300" y="4105275"/>
          <p14:tracePt t="14667" x="2563813" y="4105275"/>
          <p14:tracePt t="14674" x="2627313" y="4105275"/>
          <p14:tracePt t="14683" x="2676525" y="4105275"/>
          <p14:tracePt t="14691" x="2727325" y="4105275"/>
          <p14:tracePt t="14699" x="2763838" y="4105275"/>
          <p14:tracePt t="14715" x="2789238" y="4105275"/>
          <p14:tracePt t="14724" x="2801938" y="4105275"/>
          <p14:tracePt t="14731" x="2814638" y="4105275"/>
          <p14:tracePt t="14739" x="2827338" y="4105275"/>
          <p14:tracePt t="14747" x="2840038" y="4105275"/>
          <p14:tracePt t="14755" x="2852738" y="4105275"/>
          <p14:tracePt t="14763" x="2852738" y="4092575"/>
          <p14:tracePt t="14771" x="2863850" y="4092575"/>
          <p14:tracePt t="14779" x="2889250" y="4079875"/>
          <p14:tracePt t="14795" x="2914650" y="4067175"/>
          <p14:tracePt t="14803" x="2940050" y="4067175"/>
          <p14:tracePt t="14811" x="2963863" y="4067175"/>
          <p14:tracePt t="14819" x="3027363" y="4054475"/>
          <p14:tracePt t="14827" x="3040063" y="4054475"/>
          <p14:tracePt t="14835" x="3076575" y="4054475"/>
          <p14:tracePt t="14843" x="3089275" y="4054475"/>
          <p14:tracePt t="14851" x="3114675" y="4054475"/>
          <p14:tracePt t="14859" x="3152775" y="4054475"/>
          <p14:tracePt t="14867" x="3176588" y="4054475"/>
          <p14:tracePt t="14874" x="3201988" y="4054475"/>
          <p14:tracePt t="14882" x="3240088" y="4054475"/>
          <p14:tracePt t="14890" x="3276600" y="4054475"/>
          <p14:tracePt t="14898" x="3327400" y="4054475"/>
          <p14:tracePt t="14907" x="3389313" y="4054475"/>
          <p14:tracePt t="14914" x="3440113" y="4054475"/>
          <p14:tracePt t="14922" x="3502025" y="4054475"/>
          <p14:tracePt t="14930" x="3552825" y="4054475"/>
          <p14:tracePt t="14939" x="3589338" y="4054475"/>
          <p14:tracePt t="14947" x="3640138" y="4054475"/>
          <p14:tracePt t="14955" x="3689350" y="4054475"/>
          <p14:tracePt t="14963" x="3727450" y="4054475"/>
          <p14:tracePt t="14971" x="3765550" y="4054475"/>
          <p14:tracePt t="14979" x="3802063" y="4054475"/>
          <p14:tracePt t="14987" x="3827463" y="4054475"/>
          <p14:tracePt t="14995" x="3840163" y="4054475"/>
          <p14:tracePt t="15003" x="3852863" y="4054475"/>
          <p14:tracePt t="15011" x="3865563" y="4054475"/>
          <p14:tracePt t="15083" x="3890963" y="4054475"/>
          <p14:tracePt t="15091" x="3902075" y="4054475"/>
          <p14:tracePt t="15099" x="3914775" y="4054475"/>
          <p14:tracePt t="15109" x="3952875" y="4054475"/>
          <p14:tracePt t="15115" x="3978275" y="4054475"/>
          <p14:tracePt t="15123" x="4002088" y="4054475"/>
          <p14:tracePt t="15131" x="4040188" y="4054475"/>
          <p14:tracePt t="15139" x="4078288" y="4054475"/>
          <p14:tracePt t="15147" x="4127500" y="4054475"/>
          <p14:tracePt t="15155" x="4140200" y="4054475"/>
          <p14:tracePt t="15165" x="4178300" y="4054475"/>
          <p14:tracePt t="15171" x="4203700" y="4054475"/>
          <p14:tracePt t="15179" x="4240213" y="4054475"/>
          <p14:tracePt t="15187" x="4278313" y="4054475"/>
          <p14:tracePt t="15195" x="4303713" y="4054475"/>
          <p14:tracePt t="15203" x="4327525" y="4054475"/>
          <p14:tracePt t="15211" x="4340225" y="4054475"/>
          <p14:tracePt t="15219" x="4352925" y="4054475"/>
          <p14:tracePt t="15228" x="4378325" y="4054475"/>
          <p14:tracePt t="15235" x="4403725" y="4054475"/>
          <p14:tracePt t="15243" x="4416425" y="4054475"/>
          <p14:tracePt t="15251" x="4440238" y="4054475"/>
          <p14:tracePt t="15261" x="4478338" y="4067175"/>
          <p14:tracePt t="15267" x="4491038" y="4067175"/>
          <p14:tracePt t="15275" x="4503738" y="4067175"/>
          <p14:tracePt t="15283" x="4516438" y="4067175"/>
          <p14:tracePt t="15299" x="4527550" y="4067175"/>
          <p14:tracePt t="15467" x="4552950" y="4067175"/>
          <p14:tracePt t="15475" x="4565650" y="4067175"/>
          <p14:tracePt t="15484" x="4591050" y="4067175"/>
          <p14:tracePt t="15491" x="4603750" y="4067175"/>
          <p14:tracePt t="15499" x="4640263" y="4067175"/>
          <p14:tracePt t="15507" x="4665663" y="4079875"/>
          <p14:tracePt t="15516" x="4691063" y="4092575"/>
          <p14:tracePt t="15523" x="4716463" y="4092575"/>
          <p14:tracePt t="15531" x="4740275" y="4092575"/>
          <p14:tracePt t="15539" x="4765675" y="4105275"/>
          <p14:tracePt t="15548" x="4791075" y="4105275"/>
          <p14:tracePt t="15555" x="4803775" y="4105275"/>
          <p14:tracePt t="15563" x="4816475" y="4105275"/>
          <p14:tracePt t="15580" x="4829175" y="4105275"/>
          <p14:tracePt t="15587" x="4840288" y="4105275"/>
          <p14:tracePt t="15595" x="4852988" y="4105275"/>
          <p14:tracePt t="15603" x="4865688" y="4105275"/>
          <p14:tracePt t="15804" x="4878388" y="4105275"/>
          <p14:tracePt t="15820" x="4891088" y="4105275"/>
          <p14:tracePt t="15827" x="4916488" y="4117975"/>
          <p14:tracePt t="15835" x="4940300" y="4129088"/>
          <p14:tracePt t="15843" x="4978400" y="4129088"/>
          <p14:tracePt t="15851" x="5016500" y="4141788"/>
          <p14:tracePt t="15859" x="5053013" y="4141788"/>
          <p14:tracePt t="15867" x="5091113" y="4141788"/>
          <p14:tracePt t="15875" x="5129213" y="4141788"/>
          <p14:tracePt t="15883" x="5165725" y="4141788"/>
          <p14:tracePt t="15897" x="5216525" y="4141788"/>
          <p14:tracePt t="15899" x="5253038" y="4141788"/>
          <p14:tracePt t="15907" x="5278438" y="4141788"/>
          <p14:tracePt t="15915" x="5303838" y="4141788"/>
          <p14:tracePt t="15923" x="5329238" y="4141788"/>
          <p14:tracePt t="16075" x="5353050" y="4141788"/>
          <p14:tracePt t="16091" x="5365750" y="4141788"/>
          <p14:tracePt t="16100" x="5378450" y="4141788"/>
          <p14:tracePt t="16107" x="5391150" y="4141788"/>
          <p14:tracePt t="16116" x="5416550" y="4141788"/>
          <p14:tracePt t="16123" x="5441950" y="4141788"/>
          <p14:tracePt t="16131" x="5478463" y="4141788"/>
          <p14:tracePt t="16139" x="5516563" y="4141788"/>
          <p14:tracePt t="16149" x="5554663" y="4141788"/>
          <p14:tracePt t="16155" x="5591175" y="4141788"/>
          <p14:tracePt t="16164" x="5616575" y="4141788"/>
          <p14:tracePt t="16171" x="5641975" y="4141788"/>
          <p14:tracePt t="16187" x="5665788" y="4154488"/>
          <p14:tracePt t="16348" x="5678488" y="4154488"/>
          <p14:tracePt t="16355" x="5691188" y="4154488"/>
          <p14:tracePt t="16363" x="5703888" y="4154488"/>
          <p14:tracePt t="16379" x="5729288" y="4154488"/>
          <p14:tracePt t="16387" x="5767388" y="4167188"/>
          <p14:tracePt t="16395" x="5816600" y="4167188"/>
          <p14:tracePt t="16404" x="5854700" y="4167188"/>
          <p14:tracePt t="16411" x="5891213" y="4167188"/>
          <p14:tracePt t="16419" x="5942013" y="4167188"/>
          <p14:tracePt t="16427" x="5991225" y="4167188"/>
          <p14:tracePt t="16436" x="6029325" y="4167188"/>
          <p14:tracePt t="16443" x="6067425" y="4179888"/>
          <p14:tracePt t="16451" x="6103938" y="4192588"/>
          <p14:tracePt t="16459" x="6129338" y="4192588"/>
          <p14:tracePt t="16467" x="6167438" y="4205288"/>
          <p14:tracePt t="16475" x="6191250" y="4205288"/>
          <p14:tracePt t="16483" x="6216650" y="4205288"/>
          <p14:tracePt t="16491" x="6242050" y="4205288"/>
          <p14:tracePt t="16500" x="6267450" y="4205288"/>
          <p14:tracePt t="16507" x="6291263" y="4205288"/>
          <p14:tracePt t="16516" x="6329363" y="4205288"/>
          <p14:tracePt t="16523" x="6367463" y="4205288"/>
          <p14:tracePt t="16532" x="6403975" y="4205288"/>
          <p14:tracePt t="16539" x="6442075" y="4205288"/>
          <p14:tracePt t="16547" x="6480175" y="4205288"/>
          <p14:tracePt t="16555" x="6516688" y="4205288"/>
          <p14:tracePt t="16563" x="6529388" y="4205288"/>
          <p14:tracePt t="16571" x="6542088" y="4205288"/>
          <p14:tracePt t="16579" x="6554788" y="4205288"/>
          <p14:tracePt t="16587" x="6580188" y="4205288"/>
          <p14:tracePt t="16595" x="6592888" y="4205288"/>
          <p14:tracePt t="16603" x="6616700" y="4205288"/>
          <p14:tracePt t="16611" x="6629400" y="4205288"/>
          <p14:tracePt t="16619" x="6654800" y="4205288"/>
          <p14:tracePt t="16627" x="6680200" y="4205288"/>
          <p14:tracePt t="16635" x="6716713" y="4205288"/>
          <p14:tracePt t="16643" x="6742113" y="4205288"/>
          <p14:tracePt t="16651" x="6780213" y="4205288"/>
          <p14:tracePt t="16659" x="6805613" y="4205288"/>
          <p14:tracePt t="16667" x="6829425" y="4205288"/>
          <p14:tracePt t="16675" x="6842125" y="4205288"/>
          <p14:tracePt t="16684" x="6854825" y="4205288"/>
          <p14:tracePt t="16691" x="6867525" y="4205288"/>
          <p14:tracePt t="16700" x="6892925" y="4205288"/>
          <p14:tracePt t="16707" x="6905625" y="4205288"/>
          <p14:tracePt t="16715" x="6916738" y="4205288"/>
          <p14:tracePt t="16723" x="6929438" y="4205288"/>
          <p14:tracePt t="16731" x="6954838" y="4205288"/>
          <p14:tracePt t="16739" x="6967538" y="4205288"/>
          <p14:tracePt t="16747" x="6980238" y="4205288"/>
          <p14:tracePt t="16755" x="7005638" y="4205288"/>
          <p14:tracePt t="16763" x="7029450" y="4205288"/>
          <p14:tracePt t="16771" x="7067550" y="4205288"/>
          <p14:tracePt t="16779" x="7080250" y="4205288"/>
          <p14:tracePt t="16787" x="7105650" y="4205288"/>
          <p14:tracePt t="16795" x="7129463" y="4217988"/>
          <p14:tracePt t="16803" x="7142163" y="4217988"/>
          <p14:tracePt t="16811" x="7167563" y="4230688"/>
          <p14:tracePt t="16820" x="7192963" y="4230688"/>
          <p14:tracePt t="16827" x="7218363" y="4230688"/>
          <p14:tracePt t="16835" x="7229475" y="4230688"/>
          <p14:tracePt t="16955" x="7242175" y="4230688"/>
          <p14:tracePt t="16963" x="7254875" y="4230688"/>
          <p14:tracePt t="16971" x="7280275" y="4230688"/>
          <p14:tracePt t="16979" x="7305675" y="4230688"/>
          <p14:tracePt t="16991" x="7342188" y="4230688"/>
          <p14:tracePt t="16999" x="7380288" y="4230688"/>
          <p14:tracePt t="17008" x="7418388" y="4230688"/>
          <p14:tracePt t="17015" x="7442200" y="4230688"/>
          <p14:tracePt t="17023" x="7467600" y="4230688"/>
          <p14:tracePt t="17031" x="7480300" y="4230688"/>
          <p14:tracePt t="17039" x="7493000" y="4230688"/>
          <p14:tracePt t="17047" x="7505700" y="4230688"/>
          <p14:tracePt t="17055" x="7518400" y="4230688"/>
          <p14:tracePt t="17063" x="7531100" y="4230688"/>
          <p14:tracePt t="17072" x="7554913" y="4230688"/>
          <p14:tracePt t="17079" x="7593013" y="4230688"/>
          <p14:tracePt t="17087" x="7631113" y="4230688"/>
          <p14:tracePt t="17095" x="7680325" y="4230688"/>
          <p14:tracePt t="17104" x="7731125" y="4230688"/>
          <p14:tracePt t="17111" x="7780338" y="4230688"/>
          <p14:tracePt t="17119" x="7843838" y="4230688"/>
          <p14:tracePt t="17127" x="7880350" y="4230688"/>
          <p14:tracePt t="17136" x="7918450" y="4230688"/>
          <p14:tracePt t="17143" x="7954963" y="4230688"/>
          <p14:tracePt t="17775" x="0" y="0"/>
        </p14:tracePtLst>
        <p14:tracePtLst>
          <p14:tracePt t="21831" x="2689225" y="5043488"/>
          <p14:tracePt t="21907" x="2676525" y="5043488"/>
          <p14:tracePt t="21956" x="2701925" y="5043488"/>
          <p14:tracePt t="21963" x="2714625" y="5043488"/>
          <p14:tracePt t="21971" x="2727325" y="5043488"/>
          <p14:tracePt t="21987" x="2740025" y="5043488"/>
          <p14:tracePt t="21995" x="2752725" y="5043488"/>
          <p14:tracePt t="22003" x="2763838" y="5043488"/>
          <p14:tracePt t="22011" x="2776538" y="5043488"/>
          <p14:tracePt t="22035" x="2801938" y="5043488"/>
          <p14:tracePt t="22045" x="2827338" y="5043488"/>
          <p14:tracePt t="22051" x="2863850" y="5043488"/>
          <p14:tracePt t="22061" x="2901950" y="5043488"/>
          <p14:tracePt t="22067" x="2940050" y="5030788"/>
          <p14:tracePt t="22079" x="2976563" y="5018088"/>
          <p14:tracePt t="22091" x="2989263" y="5018088"/>
          <p14:tracePt t="22115" x="3001963" y="5018088"/>
          <p14:tracePt t="22123" x="3014663" y="5018088"/>
          <p14:tracePt t="22141" x="3040063" y="5018088"/>
          <p14:tracePt t="22147" x="3065463" y="5018088"/>
          <p14:tracePt t="22155" x="3076575" y="5018088"/>
          <p14:tracePt t="22163" x="3127375" y="5005388"/>
          <p14:tracePt t="22172" x="3140075" y="5005388"/>
          <p14:tracePt t="22187" x="3152775" y="5005388"/>
          <p14:tracePt t="22227" x="3189288" y="4992688"/>
          <p14:tracePt t="22236" x="3201988" y="4992688"/>
          <p14:tracePt t="22244" x="3214688" y="4992688"/>
          <p14:tracePt t="22251" x="3227388" y="4992688"/>
          <p14:tracePt t="22259" x="3265488" y="4992688"/>
          <p14:tracePt t="22268" x="3314700" y="4992688"/>
          <p14:tracePt t="22275" x="3352800" y="4992688"/>
          <p14:tracePt t="22283" x="3389313" y="4992688"/>
          <p14:tracePt t="22291" x="3414713" y="4992688"/>
          <p14:tracePt t="22301" x="3440113" y="4992688"/>
          <p14:tracePt t="22307" x="3478213" y="4992688"/>
          <p14:tracePt t="22315" x="3489325" y="4992688"/>
          <p14:tracePt t="22332" x="3514725" y="4992688"/>
          <p14:tracePt t="22339" x="3552825" y="4992688"/>
          <p14:tracePt t="22347" x="3578225" y="4992688"/>
          <p14:tracePt t="22355" x="3602038" y="4981575"/>
          <p14:tracePt t="22364" x="3640138" y="4968875"/>
          <p14:tracePt t="22371" x="3678238" y="4968875"/>
          <p14:tracePt t="22380" x="3714750" y="4968875"/>
          <p14:tracePt t="22387" x="3752850" y="4968875"/>
          <p14:tracePt t="22397" x="3802063" y="4968875"/>
          <p14:tracePt t="22403" x="3827463" y="4968875"/>
          <p14:tracePt t="22412" x="3865563" y="4968875"/>
          <p14:tracePt t="22419" x="3902075" y="4968875"/>
          <p14:tracePt t="22427" x="3940175" y="4968875"/>
          <p14:tracePt t="22435" x="3990975" y="4968875"/>
          <p14:tracePt t="22443" x="4040188" y="4968875"/>
          <p14:tracePt t="22452" x="4090988" y="4968875"/>
          <p14:tracePt t="22459" x="4152900" y="4956175"/>
          <p14:tracePt t="22467" x="4178300" y="4956175"/>
          <p14:tracePt t="22475" x="4214813" y="4956175"/>
          <p14:tracePt t="22483" x="4265613" y="4956175"/>
          <p14:tracePt t="22491" x="4291013" y="4956175"/>
          <p14:tracePt t="22499" x="4314825" y="4956175"/>
          <p14:tracePt t="22507" x="4327525" y="4956175"/>
          <p14:tracePt t="22516" x="4340225" y="4956175"/>
          <p14:tracePt t="22531" x="4365625" y="4956175"/>
          <p14:tracePt t="22539" x="4378325" y="4956175"/>
          <p14:tracePt t="22547" x="4391025" y="4956175"/>
          <p14:tracePt t="22555" x="4416425" y="4956175"/>
          <p14:tracePt t="22563" x="4452938" y="4956175"/>
          <p14:tracePt t="22571" x="4478338" y="4956175"/>
          <p14:tracePt t="22580" x="4516438" y="4956175"/>
          <p14:tracePt t="22587" x="4552950" y="4956175"/>
          <p14:tracePt t="22597" x="4591050" y="4956175"/>
          <p14:tracePt t="22603" x="4616450" y="4956175"/>
          <p14:tracePt t="22611" x="4640263" y="4956175"/>
          <p14:tracePt t="22619" x="4678363" y="4956175"/>
          <p14:tracePt t="22627" x="4703763" y="4956175"/>
          <p14:tracePt t="22635" x="4727575" y="4956175"/>
          <p14:tracePt t="22643" x="4765675" y="4956175"/>
          <p14:tracePt t="22651" x="4803775" y="4956175"/>
          <p14:tracePt t="22659" x="4840288" y="4956175"/>
          <p14:tracePt t="22667" x="4878388" y="4956175"/>
          <p14:tracePt t="22675" x="4929188" y="4956175"/>
          <p14:tracePt t="22683" x="4978400" y="4956175"/>
          <p14:tracePt t="22691" x="5029200" y="4956175"/>
          <p14:tracePt t="22699" x="5065713" y="4956175"/>
          <p14:tracePt t="22707" x="5103813" y="4956175"/>
          <p14:tracePt t="22715" x="5129213" y="4956175"/>
          <p14:tracePt t="22852" x="5141913" y="4956175"/>
          <p14:tracePt t="22867" x="5165725" y="4956175"/>
          <p14:tracePt t="22875" x="5203825" y="4956175"/>
          <p14:tracePt t="22883" x="5229225" y="4956175"/>
          <p14:tracePt t="22898" x="5265738" y="4956175"/>
          <p14:tracePt t="22901" x="5316538" y="4956175"/>
          <p14:tracePt t="22907" x="5353050" y="4956175"/>
          <p14:tracePt t="22915" x="5378450" y="4956175"/>
          <p14:tracePt t="22923" x="5416550" y="4956175"/>
          <p14:tracePt t="22933" x="5465763" y="4956175"/>
          <p14:tracePt t="22939" x="5516563" y="4956175"/>
          <p14:tracePt t="22948" x="5565775" y="4956175"/>
          <p14:tracePt t="22955" x="5603875" y="4956175"/>
          <p14:tracePt t="22963" x="5641975" y="4956175"/>
          <p14:tracePt t="22971" x="5691188" y="4956175"/>
          <p14:tracePt t="22979" x="5741988" y="4956175"/>
          <p14:tracePt t="22987" x="5816600" y="4956175"/>
          <p14:tracePt t="22997" x="5878513" y="4956175"/>
          <p14:tracePt t="23003" x="5929313" y="4956175"/>
          <p14:tracePt t="23011" x="5978525" y="4956175"/>
          <p14:tracePt t="23019" x="6003925" y="4956175"/>
          <p14:tracePt t="23029" x="6042025" y="4956175"/>
          <p14:tracePt t="23035" x="6054725" y="4956175"/>
          <p14:tracePt t="23063" x="6067425" y="4956175"/>
          <p14:tracePt t="23071" x="6091238" y="4956175"/>
          <p14:tracePt t="23079" x="6129338" y="4943475"/>
          <p14:tracePt t="23087" x="6142038" y="4943475"/>
          <p14:tracePt t="23095" x="6180138" y="4943475"/>
          <p14:tracePt t="23103" x="6229350" y="4943475"/>
          <p14:tracePt t="23111" x="6280150" y="4943475"/>
          <p14:tracePt t="23119" x="6342063" y="4943475"/>
          <p14:tracePt t="23127" x="6391275" y="4943475"/>
          <p14:tracePt t="23135" x="6429375" y="4943475"/>
          <p14:tracePt t="23143" x="6467475" y="4943475"/>
          <p14:tracePt t="23151" x="6492875" y="4943475"/>
          <p14:tracePt t="23191" x="6516688" y="4943475"/>
          <p14:tracePt t="23207" x="6554788" y="4943475"/>
          <p14:tracePt t="23215" x="6604000" y="4943475"/>
          <p14:tracePt t="23223" x="6654800" y="4943475"/>
          <p14:tracePt t="23231" x="6692900" y="4943475"/>
          <p14:tracePt t="23239" x="6742113" y="4943475"/>
          <p14:tracePt t="23247" x="6792913" y="4943475"/>
          <p14:tracePt t="23255" x="6842125" y="4943475"/>
          <p14:tracePt t="23263" x="6880225" y="4943475"/>
          <p14:tracePt t="23271" x="6905625" y="4943475"/>
          <p14:tracePt t="23351" x="6929438" y="4943475"/>
          <p14:tracePt t="23359" x="6942138" y="4943475"/>
          <p14:tracePt t="23367" x="6967538" y="4943475"/>
          <p14:tracePt t="23377" x="6980238" y="4943475"/>
          <p14:tracePt t="23384" x="7005638" y="4943475"/>
          <p14:tracePt t="23391" x="7016750" y="4943475"/>
          <p14:tracePt t="23400" x="7054850" y="4943475"/>
          <p14:tracePt t="23409" x="7067550" y="4943475"/>
          <p14:tracePt t="23415" x="7105650" y="4943475"/>
          <p14:tracePt t="23423" x="7142163" y="4943475"/>
          <p14:tracePt t="23431" x="7180263" y="4943475"/>
          <p14:tracePt t="23439" x="7218363" y="4943475"/>
          <p14:tracePt t="23447" x="7254875" y="4943475"/>
          <p14:tracePt t="23455" x="7280275" y="4943475"/>
          <p14:tracePt t="23463" x="7305675" y="4943475"/>
          <p14:tracePt t="23473" x="7329488" y="4943475"/>
          <p14:tracePt t="23479" x="7354888" y="4943475"/>
          <p14:tracePt t="23487" x="7380288" y="4943475"/>
          <p14:tracePt t="23495" x="7418388" y="4943475"/>
          <p14:tracePt t="23505" x="7467600" y="4930775"/>
          <p14:tracePt t="23511" x="7518400" y="4892675"/>
          <p14:tracePt t="23519" x="7542213" y="4892675"/>
          <p14:tracePt t="23527" x="7567613" y="4892675"/>
          <p14:tracePt t="23536" x="7618413" y="4892675"/>
          <p14:tracePt t="23543" x="7680325" y="4892675"/>
          <p14:tracePt t="23551" x="7767638" y="4892675"/>
          <p14:tracePt t="23559" x="7854950" y="4892675"/>
          <p14:tracePt t="23570" x="7931150" y="4892675"/>
          <p14:tracePt t="23575" x="8018463" y="4892675"/>
          <p14:tracePt t="23583" x="8093075" y="4892675"/>
          <p14:tracePt t="23591" x="8131175" y="4892675"/>
          <p14:tracePt t="23606" x="8143875" y="4892675"/>
          <p14:tracePt t="23614" x="8156575" y="4892675"/>
          <p14:tracePt t="23911" x="8167688" y="4892675"/>
          <p14:tracePt t="23919" x="8180388" y="4892675"/>
          <p14:tracePt t="24023" x="8193088" y="4892675"/>
          <p14:tracePt t="24031" x="8205788" y="4892675"/>
          <p14:tracePt t="24295" x="0" y="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3E70-8A22-B55E-EDBD-EE7022E1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C117D-7603-068C-A020-41D5ECD21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interfacial tension (𝛾) between liquid lead and solid iron is very large. Use this fact to explain why pure lead cannot be used as a soldering material for iron.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8EECF-8A2C-EB75-55CF-2A36CDA54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05860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76" y="1583795"/>
            <a:ext cx="8677386" cy="43434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 surface of </a:t>
            </a:r>
            <a:r>
              <a:rPr lang="en-GB"/>
              <a:t>a </a:t>
            </a:r>
            <a:r>
              <a:rPr lang="en-GB" dirty="0"/>
              <a:t>thin film of benzene (𝛾=0.029 N/m) is increased from 0.1 m</a:t>
            </a:r>
            <a:r>
              <a:rPr lang="en-GB" baseline="30000" dirty="0"/>
              <a:t>2</a:t>
            </a:r>
            <a:r>
              <a:rPr lang="en-GB" dirty="0"/>
              <a:t> to 0.15 m</a:t>
            </a:r>
            <a:r>
              <a:rPr lang="en-GB" baseline="30000" dirty="0"/>
              <a:t>2</a:t>
            </a:r>
            <a:r>
              <a:rPr lang="en-GB" dirty="0"/>
              <a:t>. How much work does this process require?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21458"/>
      </p:ext>
    </p:extLst>
  </p:cSld>
  <p:clrMapOvr>
    <a:masterClrMapping/>
  </p:clrMapOvr>
  <p:transition advTm="29127">
    <p:fade/>
  </p:transition>
  <p:extLst>
    <p:ext uri="{3A86A75C-4F4B-4683-9AE1-C65F6400EC91}">
      <p14:laserTraceLst xmlns:p14="http://schemas.microsoft.com/office/powerpoint/2010/main">
        <p14:tracePtLst>
          <p14:tracePt t="14292" x="1738313" y="4167188"/>
          <p14:tracePt t="14404" x="1751013" y="4167188"/>
          <p14:tracePt t="14411" x="1763713" y="4167188"/>
          <p14:tracePt t="14419" x="1776413" y="4167188"/>
          <p14:tracePt t="14427" x="1814513" y="4167188"/>
          <p14:tracePt t="14436" x="1825625" y="4167188"/>
          <p14:tracePt t="14443" x="1851025" y="4167188"/>
          <p14:tracePt t="14451" x="1863725" y="4167188"/>
          <p14:tracePt t="14459" x="1889125" y="4167188"/>
          <p14:tracePt t="14468" x="1901825" y="4167188"/>
          <p14:tracePt t="14475" x="1914525" y="4167188"/>
          <p14:tracePt t="14483" x="1925638" y="4167188"/>
          <p14:tracePt t="14507" x="1951038" y="4154488"/>
          <p14:tracePt t="14523" x="1963738" y="4154488"/>
          <p14:tracePt t="14532" x="1976438" y="4154488"/>
          <p14:tracePt t="14540" x="1989138" y="4154488"/>
          <p14:tracePt t="14547" x="2001838" y="4154488"/>
          <p14:tracePt t="14557" x="2014538" y="4154488"/>
          <p14:tracePt t="14564" x="2025650" y="4154488"/>
          <p14:tracePt t="14571" x="2038350" y="4154488"/>
          <p14:tracePt t="14579" x="2051050" y="4154488"/>
          <p14:tracePt t="14587" x="2076450" y="4154488"/>
          <p14:tracePt t="14595" x="2127250" y="4117975"/>
          <p14:tracePt t="14603" x="2138363" y="4117975"/>
          <p14:tracePt t="14611" x="2163763" y="4117975"/>
          <p14:tracePt t="14619" x="2189163" y="4117975"/>
          <p14:tracePt t="14628" x="2227263" y="4117975"/>
          <p14:tracePt t="14635" x="2276475" y="4117975"/>
          <p14:tracePt t="14643" x="2338388" y="4117975"/>
          <p14:tracePt t="14651" x="2427288" y="4117975"/>
          <p14:tracePt t="14658" x="2527300" y="4105275"/>
          <p14:tracePt t="14667" x="2563813" y="4105275"/>
          <p14:tracePt t="14674" x="2627313" y="4105275"/>
          <p14:tracePt t="14683" x="2676525" y="4105275"/>
          <p14:tracePt t="14691" x="2727325" y="4105275"/>
          <p14:tracePt t="14699" x="2763838" y="4105275"/>
          <p14:tracePt t="14715" x="2789238" y="4105275"/>
          <p14:tracePt t="14724" x="2801938" y="4105275"/>
          <p14:tracePt t="14731" x="2814638" y="4105275"/>
          <p14:tracePt t="14739" x="2827338" y="4105275"/>
          <p14:tracePt t="14747" x="2840038" y="4105275"/>
          <p14:tracePt t="14755" x="2852738" y="4105275"/>
          <p14:tracePt t="14763" x="2852738" y="4092575"/>
          <p14:tracePt t="14771" x="2863850" y="4092575"/>
          <p14:tracePt t="14779" x="2889250" y="4079875"/>
          <p14:tracePt t="14795" x="2914650" y="4067175"/>
          <p14:tracePt t="14803" x="2940050" y="4067175"/>
          <p14:tracePt t="14811" x="2963863" y="4067175"/>
          <p14:tracePt t="14819" x="3027363" y="4054475"/>
          <p14:tracePt t="14827" x="3040063" y="4054475"/>
          <p14:tracePt t="14835" x="3076575" y="4054475"/>
          <p14:tracePt t="14843" x="3089275" y="4054475"/>
          <p14:tracePt t="14851" x="3114675" y="4054475"/>
          <p14:tracePt t="14859" x="3152775" y="4054475"/>
          <p14:tracePt t="14867" x="3176588" y="4054475"/>
          <p14:tracePt t="14874" x="3201988" y="4054475"/>
          <p14:tracePt t="14882" x="3240088" y="4054475"/>
          <p14:tracePt t="14890" x="3276600" y="4054475"/>
          <p14:tracePt t="14898" x="3327400" y="4054475"/>
          <p14:tracePt t="14907" x="3389313" y="4054475"/>
          <p14:tracePt t="14914" x="3440113" y="4054475"/>
          <p14:tracePt t="14922" x="3502025" y="4054475"/>
          <p14:tracePt t="14930" x="3552825" y="4054475"/>
          <p14:tracePt t="14939" x="3589338" y="4054475"/>
          <p14:tracePt t="14947" x="3640138" y="4054475"/>
          <p14:tracePt t="14955" x="3689350" y="4054475"/>
          <p14:tracePt t="14963" x="3727450" y="4054475"/>
          <p14:tracePt t="14971" x="3765550" y="4054475"/>
          <p14:tracePt t="14979" x="3802063" y="4054475"/>
          <p14:tracePt t="14987" x="3827463" y="4054475"/>
          <p14:tracePt t="14995" x="3840163" y="4054475"/>
          <p14:tracePt t="15003" x="3852863" y="4054475"/>
          <p14:tracePt t="15011" x="3865563" y="4054475"/>
          <p14:tracePt t="15083" x="3890963" y="4054475"/>
          <p14:tracePt t="15091" x="3902075" y="4054475"/>
          <p14:tracePt t="15099" x="3914775" y="4054475"/>
          <p14:tracePt t="15109" x="3952875" y="4054475"/>
          <p14:tracePt t="15115" x="3978275" y="4054475"/>
          <p14:tracePt t="15123" x="4002088" y="4054475"/>
          <p14:tracePt t="15131" x="4040188" y="4054475"/>
          <p14:tracePt t="15139" x="4078288" y="4054475"/>
          <p14:tracePt t="15147" x="4127500" y="4054475"/>
          <p14:tracePt t="15155" x="4140200" y="4054475"/>
          <p14:tracePt t="15165" x="4178300" y="4054475"/>
          <p14:tracePt t="15171" x="4203700" y="4054475"/>
          <p14:tracePt t="15179" x="4240213" y="4054475"/>
          <p14:tracePt t="15187" x="4278313" y="4054475"/>
          <p14:tracePt t="15195" x="4303713" y="4054475"/>
          <p14:tracePt t="15203" x="4327525" y="4054475"/>
          <p14:tracePt t="15211" x="4340225" y="4054475"/>
          <p14:tracePt t="15219" x="4352925" y="4054475"/>
          <p14:tracePt t="15228" x="4378325" y="4054475"/>
          <p14:tracePt t="15235" x="4403725" y="4054475"/>
          <p14:tracePt t="15243" x="4416425" y="4054475"/>
          <p14:tracePt t="15251" x="4440238" y="4054475"/>
          <p14:tracePt t="15261" x="4478338" y="4067175"/>
          <p14:tracePt t="15267" x="4491038" y="4067175"/>
          <p14:tracePt t="15275" x="4503738" y="4067175"/>
          <p14:tracePt t="15283" x="4516438" y="4067175"/>
          <p14:tracePt t="15299" x="4527550" y="4067175"/>
          <p14:tracePt t="15467" x="4552950" y="4067175"/>
          <p14:tracePt t="15475" x="4565650" y="4067175"/>
          <p14:tracePt t="15484" x="4591050" y="4067175"/>
          <p14:tracePt t="15491" x="4603750" y="4067175"/>
          <p14:tracePt t="15499" x="4640263" y="4067175"/>
          <p14:tracePt t="15507" x="4665663" y="4079875"/>
          <p14:tracePt t="15516" x="4691063" y="4092575"/>
          <p14:tracePt t="15523" x="4716463" y="4092575"/>
          <p14:tracePt t="15531" x="4740275" y="4092575"/>
          <p14:tracePt t="15539" x="4765675" y="4105275"/>
          <p14:tracePt t="15548" x="4791075" y="4105275"/>
          <p14:tracePt t="15555" x="4803775" y="4105275"/>
          <p14:tracePt t="15563" x="4816475" y="4105275"/>
          <p14:tracePt t="15580" x="4829175" y="4105275"/>
          <p14:tracePt t="15587" x="4840288" y="4105275"/>
          <p14:tracePt t="15595" x="4852988" y="4105275"/>
          <p14:tracePt t="15603" x="4865688" y="4105275"/>
          <p14:tracePt t="15804" x="4878388" y="4105275"/>
          <p14:tracePt t="15820" x="4891088" y="4105275"/>
          <p14:tracePt t="15827" x="4916488" y="4117975"/>
          <p14:tracePt t="15835" x="4940300" y="4129088"/>
          <p14:tracePt t="15843" x="4978400" y="4129088"/>
          <p14:tracePt t="15851" x="5016500" y="4141788"/>
          <p14:tracePt t="15859" x="5053013" y="4141788"/>
          <p14:tracePt t="15867" x="5091113" y="4141788"/>
          <p14:tracePt t="15875" x="5129213" y="4141788"/>
          <p14:tracePt t="15883" x="5165725" y="4141788"/>
          <p14:tracePt t="15897" x="5216525" y="4141788"/>
          <p14:tracePt t="15899" x="5253038" y="4141788"/>
          <p14:tracePt t="15907" x="5278438" y="4141788"/>
          <p14:tracePt t="15915" x="5303838" y="4141788"/>
          <p14:tracePt t="15923" x="5329238" y="4141788"/>
          <p14:tracePt t="16075" x="5353050" y="4141788"/>
          <p14:tracePt t="16091" x="5365750" y="4141788"/>
          <p14:tracePt t="16100" x="5378450" y="4141788"/>
          <p14:tracePt t="16107" x="5391150" y="4141788"/>
          <p14:tracePt t="16116" x="5416550" y="4141788"/>
          <p14:tracePt t="16123" x="5441950" y="4141788"/>
          <p14:tracePt t="16131" x="5478463" y="4141788"/>
          <p14:tracePt t="16139" x="5516563" y="4141788"/>
          <p14:tracePt t="16149" x="5554663" y="4141788"/>
          <p14:tracePt t="16155" x="5591175" y="4141788"/>
          <p14:tracePt t="16164" x="5616575" y="4141788"/>
          <p14:tracePt t="16171" x="5641975" y="4141788"/>
          <p14:tracePt t="16187" x="5665788" y="4154488"/>
          <p14:tracePt t="16348" x="5678488" y="4154488"/>
          <p14:tracePt t="16355" x="5691188" y="4154488"/>
          <p14:tracePt t="16363" x="5703888" y="4154488"/>
          <p14:tracePt t="16379" x="5729288" y="4154488"/>
          <p14:tracePt t="16387" x="5767388" y="4167188"/>
          <p14:tracePt t="16395" x="5816600" y="4167188"/>
          <p14:tracePt t="16404" x="5854700" y="4167188"/>
          <p14:tracePt t="16411" x="5891213" y="4167188"/>
          <p14:tracePt t="16419" x="5942013" y="4167188"/>
          <p14:tracePt t="16427" x="5991225" y="4167188"/>
          <p14:tracePt t="16436" x="6029325" y="4167188"/>
          <p14:tracePt t="16443" x="6067425" y="4179888"/>
          <p14:tracePt t="16451" x="6103938" y="4192588"/>
          <p14:tracePt t="16459" x="6129338" y="4192588"/>
          <p14:tracePt t="16467" x="6167438" y="4205288"/>
          <p14:tracePt t="16475" x="6191250" y="4205288"/>
          <p14:tracePt t="16483" x="6216650" y="4205288"/>
          <p14:tracePt t="16491" x="6242050" y="4205288"/>
          <p14:tracePt t="16500" x="6267450" y="4205288"/>
          <p14:tracePt t="16507" x="6291263" y="4205288"/>
          <p14:tracePt t="16516" x="6329363" y="4205288"/>
          <p14:tracePt t="16523" x="6367463" y="4205288"/>
          <p14:tracePt t="16532" x="6403975" y="4205288"/>
          <p14:tracePt t="16539" x="6442075" y="4205288"/>
          <p14:tracePt t="16547" x="6480175" y="4205288"/>
          <p14:tracePt t="16555" x="6516688" y="4205288"/>
          <p14:tracePt t="16563" x="6529388" y="4205288"/>
          <p14:tracePt t="16571" x="6542088" y="4205288"/>
          <p14:tracePt t="16579" x="6554788" y="4205288"/>
          <p14:tracePt t="16587" x="6580188" y="4205288"/>
          <p14:tracePt t="16595" x="6592888" y="4205288"/>
          <p14:tracePt t="16603" x="6616700" y="4205288"/>
          <p14:tracePt t="16611" x="6629400" y="4205288"/>
          <p14:tracePt t="16619" x="6654800" y="4205288"/>
          <p14:tracePt t="16627" x="6680200" y="4205288"/>
          <p14:tracePt t="16635" x="6716713" y="4205288"/>
          <p14:tracePt t="16643" x="6742113" y="4205288"/>
          <p14:tracePt t="16651" x="6780213" y="4205288"/>
          <p14:tracePt t="16659" x="6805613" y="4205288"/>
          <p14:tracePt t="16667" x="6829425" y="4205288"/>
          <p14:tracePt t="16675" x="6842125" y="4205288"/>
          <p14:tracePt t="16684" x="6854825" y="4205288"/>
          <p14:tracePt t="16691" x="6867525" y="4205288"/>
          <p14:tracePt t="16700" x="6892925" y="4205288"/>
          <p14:tracePt t="16707" x="6905625" y="4205288"/>
          <p14:tracePt t="16715" x="6916738" y="4205288"/>
          <p14:tracePt t="16723" x="6929438" y="4205288"/>
          <p14:tracePt t="16731" x="6954838" y="4205288"/>
          <p14:tracePt t="16739" x="6967538" y="4205288"/>
          <p14:tracePt t="16747" x="6980238" y="4205288"/>
          <p14:tracePt t="16755" x="7005638" y="4205288"/>
          <p14:tracePt t="16763" x="7029450" y="4205288"/>
          <p14:tracePt t="16771" x="7067550" y="4205288"/>
          <p14:tracePt t="16779" x="7080250" y="4205288"/>
          <p14:tracePt t="16787" x="7105650" y="4205288"/>
          <p14:tracePt t="16795" x="7129463" y="4217988"/>
          <p14:tracePt t="16803" x="7142163" y="4217988"/>
          <p14:tracePt t="16811" x="7167563" y="4230688"/>
          <p14:tracePt t="16820" x="7192963" y="4230688"/>
          <p14:tracePt t="16827" x="7218363" y="4230688"/>
          <p14:tracePt t="16835" x="7229475" y="4230688"/>
          <p14:tracePt t="16955" x="7242175" y="4230688"/>
          <p14:tracePt t="16963" x="7254875" y="4230688"/>
          <p14:tracePt t="16971" x="7280275" y="4230688"/>
          <p14:tracePt t="16979" x="7305675" y="4230688"/>
          <p14:tracePt t="16991" x="7342188" y="4230688"/>
          <p14:tracePt t="16999" x="7380288" y="4230688"/>
          <p14:tracePt t="17008" x="7418388" y="4230688"/>
          <p14:tracePt t="17015" x="7442200" y="4230688"/>
          <p14:tracePt t="17023" x="7467600" y="4230688"/>
          <p14:tracePt t="17031" x="7480300" y="4230688"/>
          <p14:tracePt t="17039" x="7493000" y="4230688"/>
          <p14:tracePt t="17047" x="7505700" y="4230688"/>
          <p14:tracePt t="17055" x="7518400" y="4230688"/>
          <p14:tracePt t="17063" x="7531100" y="4230688"/>
          <p14:tracePt t="17072" x="7554913" y="4230688"/>
          <p14:tracePt t="17079" x="7593013" y="4230688"/>
          <p14:tracePt t="17087" x="7631113" y="4230688"/>
          <p14:tracePt t="17095" x="7680325" y="4230688"/>
          <p14:tracePt t="17104" x="7731125" y="4230688"/>
          <p14:tracePt t="17111" x="7780338" y="4230688"/>
          <p14:tracePt t="17119" x="7843838" y="4230688"/>
          <p14:tracePt t="17127" x="7880350" y="4230688"/>
          <p14:tracePt t="17136" x="7918450" y="4230688"/>
          <p14:tracePt t="17143" x="7954963" y="4230688"/>
          <p14:tracePt t="17775" x="0" y="0"/>
        </p14:tracePtLst>
        <p14:tracePtLst>
          <p14:tracePt t="21831" x="2689225" y="5043488"/>
          <p14:tracePt t="21907" x="2676525" y="5043488"/>
          <p14:tracePt t="21956" x="2701925" y="5043488"/>
          <p14:tracePt t="21963" x="2714625" y="5043488"/>
          <p14:tracePt t="21971" x="2727325" y="5043488"/>
          <p14:tracePt t="21987" x="2740025" y="5043488"/>
          <p14:tracePt t="21995" x="2752725" y="5043488"/>
          <p14:tracePt t="22003" x="2763838" y="5043488"/>
          <p14:tracePt t="22011" x="2776538" y="5043488"/>
          <p14:tracePt t="22035" x="2801938" y="5043488"/>
          <p14:tracePt t="22045" x="2827338" y="5043488"/>
          <p14:tracePt t="22051" x="2863850" y="5043488"/>
          <p14:tracePt t="22061" x="2901950" y="5043488"/>
          <p14:tracePt t="22067" x="2940050" y="5030788"/>
          <p14:tracePt t="22079" x="2976563" y="5018088"/>
          <p14:tracePt t="22091" x="2989263" y="5018088"/>
          <p14:tracePt t="22115" x="3001963" y="5018088"/>
          <p14:tracePt t="22123" x="3014663" y="5018088"/>
          <p14:tracePt t="22141" x="3040063" y="5018088"/>
          <p14:tracePt t="22147" x="3065463" y="5018088"/>
          <p14:tracePt t="22155" x="3076575" y="5018088"/>
          <p14:tracePt t="22163" x="3127375" y="5005388"/>
          <p14:tracePt t="22172" x="3140075" y="5005388"/>
          <p14:tracePt t="22187" x="3152775" y="5005388"/>
          <p14:tracePt t="22227" x="3189288" y="4992688"/>
          <p14:tracePt t="22236" x="3201988" y="4992688"/>
          <p14:tracePt t="22244" x="3214688" y="4992688"/>
          <p14:tracePt t="22251" x="3227388" y="4992688"/>
          <p14:tracePt t="22259" x="3265488" y="4992688"/>
          <p14:tracePt t="22268" x="3314700" y="4992688"/>
          <p14:tracePt t="22275" x="3352800" y="4992688"/>
          <p14:tracePt t="22283" x="3389313" y="4992688"/>
          <p14:tracePt t="22291" x="3414713" y="4992688"/>
          <p14:tracePt t="22301" x="3440113" y="4992688"/>
          <p14:tracePt t="22307" x="3478213" y="4992688"/>
          <p14:tracePt t="22315" x="3489325" y="4992688"/>
          <p14:tracePt t="22332" x="3514725" y="4992688"/>
          <p14:tracePt t="22339" x="3552825" y="4992688"/>
          <p14:tracePt t="22347" x="3578225" y="4992688"/>
          <p14:tracePt t="22355" x="3602038" y="4981575"/>
          <p14:tracePt t="22364" x="3640138" y="4968875"/>
          <p14:tracePt t="22371" x="3678238" y="4968875"/>
          <p14:tracePt t="22380" x="3714750" y="4968875"/>
          <p14:tracePt t="22387" x="3752850" y="4968875"/>
          <p14:tracePt t="22397" x="3802063" y="4968875"/>
          <p14:tracePt t="22403" x="3827463" y="4968875"/>
          <p14:tracePt t="22412" x="3865563" y="4968875"/>
          <p14:tracePt t="22419" x="3902075" y="4968875"/>
          <p14:tracePt t="22427" x="3940175" y="4968875"/>
          <p14:tracePt t="22435" x="3990975" y="4968875"/>
          <p14:tracePt t="22443" x="4040188" y="4968875"/>
          <p14:tracePt t="22452" x="4090988" y="4968875"/>
          <p14:tracePt t="22459" x="4152900" y="4956175"/>
          <p14:tracePt t="22467" x="4178300" y="4956175"/>
          <p14:tracePt t="22475" x="4214813" y="4956175"/>
          <p14:tracePt t="22483" x="4265613" y="4956175"/>
          <p14:tracePt t="22491" x="4291013" y="4956175"/>
          <p14:tracePt t="22499" x="4314825" y="4956175"/>
          <p14:tracePt t="22507" x="4327525" y="4956175"/>
          <p14:tracePt t="22516" x="4340225" y="4956175"/>
          <p14:tracePt t="22531" x="4365625" y="4956175"/>
          <p14:tracePt t="22539" x="4378325" y="4956175"/>
          <p14:tracePt t="22547" x="4391025" y="4956175"/>
          <p14:tracePt t="22555" x="4416425" y="4956175"/>
          <p14:tracePt t="22563" x="4452938" y="4956175"/>
          <p14:tracePt t="22571" x="4478338" y="4956175"/>
          <p14:tracePt t="22580" x="4516438" y="4956175"/>
          <p14:tracePt t="22587" x="4552950" y="4956175"/>
          <p14:tracePt t="22597" x="4591050" y="4956175"/>
          <p14:tracePt t="22603" x="4616450" y="4956175"/>
          <p14:tracePt t="22611" x="4640263" y="4956175"/>
          <p14:tracePt t="22619" x="4678363" y="4956175"/>
          <p14:tracePt t="22627" x="4703763" y="4956175"/>
          <p14:tracePt t="22635" x="4727575" y="4956175"/>
          <p14:tracePt t="22643" x="4765675" y="4956175"/>
          <p14:tracePt t="22651" x="4803775" y="4956175"/>
          <p14:tracePt t="22659" x="4840288" y="4956175"/>
          <p14:tracePt t="22667" x="4878388" y="4956175"/>
          <p14:tracePt t="22675" x="4929188" y="4956175"/>
          <p14:tracePt t="22683" x="4978400" y="4956175"/>
          <p14:tracePt t="22691" x="5029200" y="4956175"/>
          <p14:tracePt t="22699" x="5065713" y="4956175"/>
          <p14:tracePt t="22707" x="5103813" y="4956175"/>
          <p14:tracePt t="22715" x="5129213" y="4956175"/>
          <p14:tracePt t="22852" x="5141913" y="4956175"/>
          <p14:tracePt t="22867" x="5165725" y="4956175"/>
          <p14:tracePt t="22875" x="5203825" y="4956175"/>
          <p14:tracePt t="22883" x="5229225" y="4956175"/>
          <p14:tracePt t="22898" x="5265738" y="4956175"/>
          <p14:tracePt t="22901" x="5316538" y="4956175"/>
          <p14:tracePt t="22907" x="5353050" y="4956175"/>
          <p14:tracePt t="22915" x="5378450" y="4956175"/>
          <p14:tracePt t="22923" x="5416550" y="4956175"/>
          <p14:tracePt t="22933" x="5465763" y="4956175"/>
          <p14:tracePt t="22939" x="5516563" y="4956175"/>
          <p14:tracePt t="22948" x="5565775" y="4956175"/>
          <p14:tracePt t="22955" x="5603875" y="4956175"/>
          <p14:tracePt t="22963" x="5641975" y="4956175"/>
          <p14:tracePt t="22971" x="5691188" y="4956175"/>
          <p14:tracePt t="22979" x="5741988" y="4956175"/>
          <p14:tracePt t="22987" x="5816600" y="4956175"/>
          <p14:tracePt t="22997" x="5878513" y="4956175"/>
          <p14:tracePt t="23003" x="5929313" y="4956175"/>
          <p14:tracePt t="23011" x="5978525" y="4956175"/>
          <p14:tracePt t="23019" x="6003925" y="4956175"/>
          <p14:tracePt t="23029" x="6042025" y="4956175"/>
          <p14:tracePt t="23035" x="6054725" y="4956175"/>
          <p14:tracePt t="23063" x="6067425" y="4956175"/>
          <p14:tracePt t="23071" x="6091238" y="4956175"/>
          <p14:tracePt t="23079" x="6129338" y="4943475"/>
          <p14:tracePt t="23087" x="6142038" y="4943475"/>
          <p14:tracePt t="23095" x="6180138" y="4943475"/>
          <p14:tracePt t="23103" x="6229350" y="4943475"/>
          <p14:tracePt t="23111" x="6280150" y="4943475"/>
          <p14:tracePt t="23119" x="6342063" y="4943475"/>
          <p14:tracePt t="23127" x="6391275" y="4943475"/>
          <p14:tracePt t="23135" x="6429375" y="4943475"/>
          <p14:tracePt t="23143" x="6467475" y="4943475"/>
          <p14:tracePt t="23151" x="6492875" y="4943475"/>
          <p14:tracePt t="23191" x="6516688" y="4943475"/>
          <p14:tracePt t="23207" x="6554788" y="4943475"/>
          <p14:tracePt t="23215" x="6604000" y="4943475"/>
          <p14:tracePt t="23223" x="6654800" y="4943475"/>
          <p14:tracePt t="23231" x="6692900" y="4943475"/>
          <p14:tracePt t="23239" x="6742113" y="4943475"/>
          <p14:tracePt t="23247" x="6792913" y="4943475"/>
          <p14:tracePt t="23255" x="6842125" y="4943475"/>
          <p14:tracePt t="23263" x="6880225" y="4943475"/>
          <p14:tracePt t="23271" x="6905625" y="4943475"/>
          <p14:tracePt t="23351" x="6929438" y="4943475"/>
          <p14:tracePt t="23359" x="6942138" y="4943475"/>
          <p14:tracePt t="23367" x="6967538" y="4943475"/>
          <p14:tracePt t="23377" x="6980238" y="4943475"/>
          <p14:tracePt t="23384" x="7005638" y="4943475"/>
          <p14:tracePt t="23391" x="7016750" y="4943475"/>
          <p14:tracePt t="23400" x="7054850" y="4943475"/>
          <p14:tracePt t="23409" x="7067550" y="4943475"/>
          <p14:tracePt t="23415" x="7105650" y="4943475"/>
          <p14:tracePt t="23423" x="7142163" y="4943475"/>
          <p14:tracePt t="23431" x="7180263" y="4943475"/>
          <p14:tracePt t="23439" x="7218363" y="4943475"/>
          <p14:tracePt t="23447" x="7254875" y="4943475"/>
          <p14:tracePt t="23455" x="7280275" y="4943475"/>
          <p14:tracePt t="23463" x="7305675" y="4943475"/>
          <p14:tracePt t="23473" x="7329488" y="4943475"/>
          <p14:tracePt t="23479" x="7354888" y="4943475"/>
          <p14:tracePt t="23487" x="7380288" y="4943475"/>
          <p14:tracePt t="23495" x="7418388" y="4943475"/>
          <p14:tracePt t="23505" x="7467600" y="4930775"/>
          <p14:tracePt t="23511" x="7518400" y="4892675"/>
          <p14:tracePt t="23519" x="7542213" y="4892675"/>
          <p14:tracePt t="23527" x="7567613" y="4892675"/>
          <p14:tracePt t="23536" x="7618413" y="4892675"/>
          <p14:tracePt t="23543" x="7680325" y="4892675"/>
          <p14:tracePt t="23551" x="7767638" y="4892675"/>
          <p14:tracePt t="23559" x="7854950" y="4892675"/>
          <p14:tracePt t="23570" x="7931150" y="4892675"/>
          <p14:tracePt t="23575" x="8018463" y="4892675"/>
          <p14:tracePt t="23583" x="8093075" y="4892675"/>
          <p14:tracePt t="23591" x="8131175" y="4892675"/>
          <p14:tracePt t="23606" x="8143875" y="4892675"/>
          <p14:tracePt t="23614" x="8156575" y="4892675"/>
          <p14:tracePt t="23911" x="8167688" y="4892675"/>
          <p14:tracePt t="23919" x="8180388" y="4892675"/>
          <p14:tracePt t="24023" x="8193088" y="4892675"/>
          <p14:tracePt t="24031" x="8205788" y="4892675"/>
          <p14:tracePt t="24295" x="0" y="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2C13-FE6A-7F4B-EA20-D04721AC4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C2292-E5E2-C40D-ABC5-8837C9F6E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has a larger surface to volume ratio – a sphere or a cube? Calculate the surface to volume ratio for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E5B64-0A69-B113-99C1-AB1D58F53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41528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F182-14A6-2040-3511-067EBF17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6F400-F13C-83D1-DDFC-F84F10E3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capillary of radius 0.1 cm is inserted into a beaker of liquid. The liquid rises 0.2 m up the capillary. You squeeze the capillary and the liquid rises higher. How much would you need to squeeze it to make the liquid rise twice as high?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FDEBD-F863-E8EF-53D5-9BEA1C7C8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43474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71571-76C7-7ACE-206E-895C22C8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62BE9-55A4-99DC-AD6E-CFE3A213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platinum ring is pulled up from a liquid interface to measure surface tension. The maximum force that can be applied is 1 N. If beta = 1, what is the maximum radius of the ring that can be used to measure the surface tension of water?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3EDFB-982D-873F-9FA0-0A91E8165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05473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Bright colours jl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105</TotalTime>
  <Words>313</Words>
  <Application>Microsoft Office PowerPoint</Application>
  <PresentationFormat>On-screen Show (4:3)</PresentationFormat>
  <Paragraphs>31</Paragraphs>
  <Slides>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Bright colours jl</vt:lpstr>
      <vt:lpstr>CH2PH2:  Surfaces and Interfaces</vt:lpstr>
      <vt:lpstr>PowerPoint Presentation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581</cp:revision>
  <cp:lastPrinted>2006-09-19T14:59:33Z</cp:lastPrinted>
  <dcterms:created xsi:type="dcterms:W3CDTF">2009-08-10T15:23:00Z</dcterms:created>
  <dcterms:modified xsi:type="dcterms:W3CDTF">2025-03-24T14:13:49Z</dcterms:modified>
</cp:coreProperties>
</file>